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Montserrat" panose="020B0604020202020204" charset="0"/>
      <p:bold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6" d="100"/>
          <a:sy n="46" d="100"/>
        </p:scale>
        <p:origin x="756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oogle Shape;14;p3"/>
          <p:cNvGrpSpPr/>
          <p:nvPr/>
        </p:nvGrpSpPr>
        <p:grpSpPr>
          <a:xfrm>
            <a:off x="3053308" y="1081507"/>
            <a:ext cx="5755715" cy="3878538"/>
            <a:chOff x="0" y="-47625"/>
            <a:chExt cx="1276863" cy="860425"/>
          </a:xfrm>
        </p:grpSpPr>
        <p:sp>
          <p:nvSpPr>
            <p:cNvPr id="15" name="Google Shape;15;p3"/>
            <p:cNvSpPr/>
            <p:nvPr/>
          </p:nvSpPr>
          <p:spPr>
            <a:xfrm>
              <a:off x="0" y="0"/>
              <a:ext cx="1276863" cy="812800"/>
            </a:xfrm>
            <a:custGeom>
              <a:avLst/>
              <a:gdLst/>
              <a:ahLst/>
              <a:cxnLst/>
              <a:rect l="l" t="t" r="r" b="b"/>
              <a:pathLst>
                <a:path w="1276863" h="812800" extrusionOk="0">
                  <a:moveTo>
                    <a:pt x="40352" y="0"/>
                  </a:moveTo>
                  <a:lnTo>
                    <a:pt x="1236511" y="0"/>
                  </a:lnTo>
                  <a:cubicBezTo>
                    <a:pt x="1247213" y="0"/>
                    <a:pt x="1257476" y="4251"/>
                    <a:pt x="1265044" y="11819"/>
                  </a:cubicBezTo>
                  <a:cubicBezTo>
                    <a:pt x="1272611" y="19386"/>
                    <a:pt x="1276863" y="29650"/>
                    <a:pt x="1276863" y="40352"/>
                  </a:cubicBezTo>
                  <a:lnTo>
                    <a:pt x="1276863" y="772448"/>
                  </a:lnTo>
                  <a:cubicBezTo>
                    <a:pt x="1276863" y="794734"/>
                    <a:pt x="1258797" y="812800"/>
                    <a:pt x="1236511" y="812800"/>
                  </a:cubicBezTo>
                  <a:lnTo>
                    <a:pt x="40352" y="812800"/>
                  </a:lnTo>
                  <a:cubicBezTo>
                    <a:pt x="29650" y="812800"/>
                    <a:pt x="19386" y="808549"/>
                    <a:pt x="11819" y="800981"/>
                  </a:cubicBezTo>
                  <a:cubicBezTo>
                    <a:pt x="4251" y="793414"/>
                    <a:pt x="0" y="783150"/>
                    <a:pt x="0" y="772448"/>
                  </a:cubicBezTo>
                  <a:lnTo>
                    <a:pt x="0" y="40352"/>
                  </a:lnTo>
                  <a:cubicBezTo>
                    <a:pt x="0" y="29650"/>
                    <a:pt x="4251" y="19386"/>
                    <a:pt x="11819" y="11819"/>
                  </a:cubicBezTo>
                  <a:cubicBezTo>
                    <a:pt x="19386" y="4251"/>
                    <a:pt x="29650" y="0"/>
                    <a:pt x="40352" y="0"/>
                  </a:cubicBezTo>
                  <a:close/>
                </a:path>
              </a:pathLst>
            </a:custGeom>
            <a:gradFill>
              <a:gsLst>
                <a:gs pos="0">
                  <a:srgbClr val="FFAD2C"/>
                </a:gs>
                <a:gs pos="100000">
                  <a:srgbClr val="F9D44E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3"/>
            <p:cNvSpPr txBox="1"/>
            <p:nvPr/>
          </p:nvSpPr>
          <p:spPr>
            <a:xfrm>
              <a:off x="0" y="-47625"/>
              <a:ext cx="1276800" cy="86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" name="Google Shape;17;p3"/>
          <p:cNvGrpSpPr/>
          <p:nvPr/>
        </p:nvGrpSpPr>
        <p:grpSpPr>
          <a:xfrm>
            <a:off x="9478922" y="1081507"/>
            <a:ext cx="5755715" cy="3878538"/>
            <a:chOff x="0" y="-47625"/>
            <a:chExt cx="1276863" cy="860425"/>
          </a:xfrm>
        </p:grpSpPr>
        <p:sp>
          <p:nvSpPr>
            <p:cNvPr id="18" name="Google Shape;18;p3"/>
            <p:cNvSpPr/>
            <p:nvPr/>
          </p:nvSpPr>
          <p:spPr>
            <a:xfrm>
              <a:off x="0" y="0"/>
              <a:ext cx="1276863" cy="812800"/>
            </a:xfrm>
            <a:custGeom>
              <a:avLst/>
              <a:gdLst/>
              <a:ahLst/>
              <a:cxnLst/>
              <a:rect l="l" t="t" r="r" b="b"/>
              <a:pathLst>
                <a:path w="1276863" h="812800" extrusionOk="0">
                  <a:moveTo>
                    <a:pt x="40352" y="0"/>
                  </a:moveTo>
                  <a:lnTo>
                    <a:pt x="1236511" y="0"/>
                  </a:lnTo>
                  <a:cubicBezTo>
                    <a:pt x="1247213" y="0"/>
                    <a:pt x="1257476" y="4251"/>
                    <a:pt x="1265044" y="11819"/>
                  </a:cubicBezTo>
                  <a:cubicBezTo>
                    <a:pt x="1272611" y="19386"/>
                    <a:pt x="1276863" y="29650"/>
                    <a:pt x="1276863" y="40352"/>
                  </a:cubicBezTo>
                  <a:lnTo>
                    <a:pt x="1276863" y="772448"/>
                  </a:lnTo>
                  <a:cubicBezTo>
                    <a:pt x="1276863" y="794734"/>
                    <a:pt x="1258797" y="812800"/>
                    <a:pt x="1236511" y="812800"/>
                  </a:cubicBezTo>
                  <a:lnTo>
                    <a:pt x="40352" y="812800"/>
                  </a:lnTo>
                  <a:cubicBezTo>
                    <a:pt x="29650" y="812800"/>
                    <a:pt x="19386" y="808549"/>
                    <a:pt x="11819" y="800981"/>
                  </a:cubicBezTo>
                  <a:cubicBezTo>
                    <a:pt x="4251" y="793414"/>
                    <a:pt x="0" y="783150"/>
                    <a:pt x="0" y="772448"/>
                  </a:cubicBezTo>
                  <a:lnTo>
                    <a:pt x="0" y="40352"/>
                  </a:lnTo>
                  <a:cubicBezTo>
                    <a:pt x="0" y="29650"/>
                    <a:pt x="4251" y="19386"/>
                    <a:pt x="11819" y="11819"/>
                  </a:cubicBezTo>
                  <a:cubicBezTo>
                    <a:pt x="19386" y="4251"/>
                    <a:pt x="29650" y="0"/>
                    <a:pt x="40352" y="0"/>
                  </a:cubicBezTo>
                  <a:close/>
                </a:path>
              </a:pathLst>
            </a:custGeom>
            <a:gradFill>
              <a:gsLst>
                <a:gs pos="0">
                  <a:srgbClr val="B52C8B"/>
                </a:gs>
                <a:gs pos="100000">
                  <a:srgbClr val="DA5DA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3"/>
            <p:cNvSpPr txBox="1"/>
            <p:nvPr/>
          </p:nvSpPr>
          <p:spPr>
            <a:xfrm>
              <a:off x="0" y="-47625"/>
              <a:ext cx="1276800" cy="86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" name="Google Shape;20;p3"/>
          <p:cNvGrpSpPr/>
          <p:nvPr/>
        </p:nvGrpSpPr>
        <p:grpSpPr>
          <a:xfrm>
            <a:off x="3053308" y="5108449"/>
            <a:ext cx="5755715" cy="3878538"/>
            <a:chOff x="0" y="-47625"/>
            <a:chExt cx="1276863" cy="860425"/>
          </a:xfrm>
        </p:grpSpPr>
        <p:sp>
          <p:nvSpPr>
            <p:cNvPr id="21" name="Google Shape;21;p3"/>
            <p:cNvSpPr/>
            <p:nvPr/>
          </p:nvSpPr>
          <p:spPr>
            <a:xfrm>
              <a:off x="0" y="0"/>
              <a:ext cx="1276863" cy="812800"/>
            </a:xfrm>
            <a:custGeom>
              <a:avLst/>
              <a:gdLst/>
              <a:ahLst/>
              <a:cxnLst/>
              <a:rect l="l" t="t" r="r" b="b"/>
              <a:pathLst>
                <a:path w="1276863" h="812800" extrusionOk="0">
                  <a:moveTo>
                    <a:pt x="40352" y="0"/>
                  </a:moveTo>
                  <a:lnTo>
                    <a:pt x="1236511" y="0"/>
                  </a:lnTo>
                  <a:cubicBezTo>
                    <a:pt x="1247213" y="0"/>
                    <a:pt x="1257476" y="4251"/>
                    <a:pt x="1265044" y="11819"/>
                  </a:cubicBezTo>
                  <a:cubicBezTo>
                    <a:pt x="1272611" y="19386"/>
                    <a:pt x="1276863" y="29650"/>
                    <a:pt x="1276863" y="40352"/>
                  </a:cubicBezTo>
                  <a:lnTo>
                    <a:pt x="1276863" y="772448"/>
                  </a:lnTo>
                  <a:cubicBezTo>
                    <a:pt x="1276863" y="794734"/>
                    <a:pt x="1258797" y="812800"/>
                    <a:pt x="1236511" y="812800"/>
                  </a:cubicBezTo>
                  <a:lnTo>
                    <a:pt x="40352" y="812800"/>
                  </a:lnTo>
                  <a:cubicBezTo>
                    <a:pt x="29650" y="812800"/>
                    <a:pt x="19386" y="808549"/>
                    <a:pt x="11819" y="800981"/>
                  </a:cubicBezTo>
                  <a:cubicBezTo>
                    <a:pt x="4251" y="793414"/>
                    <a:pt x="0" y="783150"/>
                    <a:pt x="0" y="772448"/>
                  </a:cubicBezTo>
                  <a:lnTo>
                    <a:pt x="0" y="40352"/>
                  </a:lnTo>
                  <a:cubicBezTo>
                    <a:pt x="0" y="29650"/>
                    <a:pt x="4251" y="19386"/>
                    <a:pt x="11819" y="11819"/>
                  </a:cubicBezTo>
                  <a:cubicBezTo>
                    <a:pt x="19386" y="4251"/>
                    <a:pt x="29650" y="0"/>
                    <a:pt x="40352" y="0"/>
                  </a:cubicBezTo>
                  <a:close/>
                </a:path>
              </a:pathLst>
            </a:custGeom>
            <a:gradFill>
              <a:gsLst>
                <a:gs pos="0">
                  <a:srgbClr val="F14B23"/>
                </a:gs>
                <a:gs pos="100000">
                  <a:srgbClr val="F99A1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 txBox="1"/>
            <p:nvPr/>
          </p:nvSpPr>
          <p:spPr>
            <a:xfrm>
              <a:off x="0" y="-47625"/>
              <a:ext cx="1276800" cy="86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" name="Google Shape;23;p3"/>
          <p:cNvGrpSpPr/>
          <p:nvPr/>
        </p:nvGrpSpPr>
        <p:grpSpPr>
          <a:xfrm>
            <a:off x="9478922" y="5108449"/>
            <a:ext cx="5755715" cy="3878538"/>
            <a:chOff x="0" y="-47625"/>
            <a:chExt cx="1276863" cy="860425"/>
          </a:xfrm>
        </p:grpSpPr>
        <p:sp>
          <p:nvSpPr>
            <p:cNvPr id="24" name="Google Shape;24;p3"/>
            <p:cNvSpPr/>
            <p:nvPr/>
          </p:nvSpPr>
          <p:spPr>
            <a:xfrm>
              <a:off x="0" y="0"/>
              <a:ext cx="1276863" cy="812800"/>
            </a:xfrm>
            <a:custGeom>
              <a:avLst/>
              <a:gdLst/>
              <a:ahLst/>
              <a:cxnLst/>
              <a:rect l="l" t="t" r="r" b="b"/>
              <a:pathLst>
                <a:path w="1276863" h="812800" extrusionOk="0">
                  <a:moveTo>
                    <a:pt x="40352" y="0"/>
                  </a:moveTo>
                  <a:lnTo>
                    <a:pt x="1236511" y="0"/>
                  </a:lnTo>
                  <a:cubicBezTo>
                    <a:pt x="1247213" y="0"/>
                    <a:pt x="1257476" y="4251"/>
                    <a:pt x="1265044" y="11819"/>
                  </a:cubicBezTo>
                  <a:cubicBezTo>
                    <a:pt x="1272611" y="19386"/>
                    <a:pt x="1276863" y="29650"/>
                    <a:pt x="1276863" y="40352"/>
                  </a:cubicBezTo>
                  <a:lnTo>
                    <a:pt x="1276863" y="772448"/>
                  </a:lnTo>
                  <a:cubicBezTo>
                    <a:pt x="1276863" y="794734"/>
                    <a:pt x="1258797" y="812800"/>
                    <a:pt x="1236511" y="812800"/>
                  </a:cubicBezTo>
                  <a:lnTo>
                    <a:pt x="40352" y="812800"/>
                  </a:lnTo>
                  <a:cubicBezTo>
                    <a:pt x="29650" y="812800"/>
                    <a:pt x="19386" y="808549"/>
                    <a:pt x="11819" y="800981"/>
                  </a:cubicBezTo>
                  <a:cubicBezTo>
                    <a:pt x="4251" y="793414"/>
                    <a:pt x="0" y="783150"/>
                    <a:pt x="0" y="772448"/>
                  </a:cubicBezTo>
                  <a:lnTo>
                    <a:pt x="0" y="40352"/>
                  </a:lnTo>
                  <a:cubicBezTo>
                    <a:pt x="0" y="29650"/>
                    <a:pt x="4251" y="19386"/>
                    <a:pt x="11819" y="11819"/>
                  </a:cubicBezTo>
                  <a:cubicBezTo>
                    <a:pt x="19386" y="4251"/>
                    <a:pt x="29650" y="0"/>
                    <a:pt x="40352" y="0"/>
                  </a:cubicBezTo>
                  <a:close/>
                </a:path>
              </a:pathLst>
            </a:custGeom>
            <a:gradFill>
              <a:gsLst>
                <a:gs pos="0">
                  <a:srgbClr val="12948A"/>
                </a:gs>
                <a:gs pos="100000">
                  <a:srgbClr val="4CBCB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 txBox="1"/>
            <p:nvPr/>
          </p:nvSpPr>
          <p:spPr>
            <a:xfrm>
              <a:off x="0" y="-47625"/>
              <a:ext cx="1276800" cy="86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" name="Google Shape;26;p3"/>
          <p:cNvGrpSpPr/>
          <p:nvPr/>
        </p:nvGrpSpPr>
        <p:grpSpPr>
          <a:xfrm>
            <a:off x="2412494" y="655372"/>
            <a:ext cx="1281638" cy="1281638"/>
            <a:chOff x="0" y="0"/>
            <a:chExt cx="495300" cy="495300"/>
          </a:xfrm>
        </p:grpSpPr>
        <p:sp>
          <p:nvSpPr>
            <p:cNvPr id="27" name="Google Shape;27;p3"/>
            <p:cNvSpPr/>
            <p:nvPr/>
          </p:nvSpPr>
          <p:spPr>
            <a:xfrm>
              <a:off x="0" y="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 extrusionOk="0">
                  <a:moveTo>
                    <a:pt x="247650" y="0"/>
                  </a:moveTo>
                  <a:cubicBezTo>
                    <a:pt x="110490" y="0"/>
                    <a:pt x="0" y="110490"/>
                    <a:pt x="0" y="247650"/>
                  </a:cubicBezTo>
                  <a:cubicBezTo>
                    <a:pt x="0" y="384810"/>
                    <a:pt x="110490" y="495300"/>
                    <a:pt x="247650" y="495300"/>
                  </a:cubicBezTo>
                  <a:cubicBezTo>
                    <a:pt x="383540" y="495300"/>
                    <a:pt x="495300" y="384810"/>
                    <a:pt x="495300" y="247650"/>
                  </a:cubicBezTo>
                  <a:cubicBezTo>
                    <a:pt x="495300" y="110490"/>
                    <a:pt x="383540" y="0"/>
                    <a:pt x="247650" y="0"/>
                  </a:cubicBezTo>
                  <a:close/>
                  <a:moveTo>
                    <a:pt x="247650" y="457200"/>
                  </a:moveTo>
                  <a:cubicBezTo>
                    <a:pt x="132080" y="457200"/>
                    <a:pt x="38100" y="363220"/>
                    <a:pt x="38100" y="247650"/>
                  </a:cubicBezTo>
                  <a:cubicBezTo>
                    <a:pt x="38100" y="132080"/>
                    <a:pt x="132080" y="38100"/>
                    <a:pt x="247650" y="38100"/>
                  </a:cubicBezTo>
                  <a:cubicBezTo>
                    <a:pt x="363220" y="38100"/>
                    <a:pt x="457200" y="132080"/>
                    <a:pt x="457200" y="247650"/>
                  </a:cubicBezTo>
                  <a:cubicBezTo>
                    <a:pt x="457200" y="363220"/>
                    <a:pt x="363220" y="457200"/>
                    <a:pt x="247650" y="4572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38100" y="3810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 extrusionOk="0">
                  <a:moveTo>
                    <a:pt x="209550" y="0"/>
                  </a:moveTo>
                  <a:cubicBezTo>
                    <a:pt x="93980" y="0"/>
                    <a:pt x="0" y="93980"/>
                    <a:pt x="0" y="209550"/>
                  </a:cubicBezTo>
                  <a:cubicBezTo>
                    <a:pt x="0" y="325120"/>
                    <a:pt x="93980" y="419100"/>
                    <a:pt x="209550" y="419100"/>
                  </a:cubicBezTo>
                  <a:cubicBezTo>
                    <a:pt x="325120" y="419100"/>
                    <a:pt x="419100" y="325120"/>
                    <a:pt x="419100" y="209550"/>
                  </a:cubicBezTo>
                  <a:cubicBezTo>
                    <a:pt x="419100" y="93980"/>
                    <a:pt x="325120" y="0"/>
                    <a:pt x="209550" y="0"/>
                  </a:cubicBezTo>
                  <a:close/>
                </a:path>
              </a:pathLst>
            </a:custGeom>
            <a:gradFill>
              <a:gsLst>
                <a:gs pos="0">
                  <a:srgbClr val="FFAD2C"/>
                </a:gs>
                <a:gs pos="100000">
                  <a:srgbClr val="F9D44E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" name="Google Shape;29;p3"/>
          <p:cNvGrpSpPr/>
          <p:nvPr/>
        </p:nvGrpSpPr>
        <p:grpSpPr>
          <a:xfrm>
            <a:off x="14593879" y="662956"/>
            <a:ext cx="1281638" cy="1281638"/>
            <a:chOff x="0" y="0"/>
            <a:chExt cx="495300" cy="495300"/>
          </a:xfrm>
        </p:grpSpPr>
        <p:sp>
          <p:nvSpPr>
            <p:cNvPr id="30" name="Google Shape;30;p3"/>
            <p:cNvSpPr/>
            <p:nvPr/>
          </p:nvSpPr>
          <p:spPr>
            <a:xfrm>
              <a:off x="0" y="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 extrusionOk="0">
                  <a:moveTo>
                    <a:pt x="247650" y="0"/>
                  </a:moveTo>
                  <a:cubicBezTo>
                    <a:pt x="110490" y="0"/>
                    <a:pt x="0" y="110490"/>
                    <a:pt x="0" y="247650"/>
                  </a:cubicBezTo>
                  <a:cubicBezTo>
                    <a:pt x="0" y="384810"/>
                    <a:pt x="110490" y="495300"/>
                    <a:pt x="247650" y="495300"/>
                  </a:cubicBezTo>
                  <a:cubicBezTo>
                    <a:pt x="383540" y="495300"/>
                    <a:pt x="495300" y="384810"/>
                    <a:pt x="495300" y="247650"/>
                  </a:cubicBezTo>
                  <a:cubicBezTo>
                    <a:pt x="495300" y="110490"/>
                    <a:pt x="383540" y="0"/>
                    <a:pt x="247650" y="0"/>
                  </a:cubicBezTo>
                  <a:close/>
                  <a:moveTo>
                    <a:pt x="247650" y="457200"/>
                  </a:moveTo>
                  <a:cubicBezTo>
                    <a:pt x="132080" y="457200"/>
                    <a:pt x="38100" y="363220"/>
                    <a:pt x="38100" y="247650"/>
                  </a:cubicBezTo>
                  <a:cubicBezTo>
                    <a:pt x="38100" y="132080"/>
                    <a:pt x="132080" y="38100"/>
                    <a:pt x="247650" y="38100"/>
                  </a:cubicBezTo>
                  <a:cubicBezTo>
                    <a:pt x="363220" y="38100"/>
                    <a:pt x="457200" y="132080"/>
                    <a:pt x="457200" y="247650"/>
                  </a:cubicBezTo>
                  <a:cubicBezTo>
                    <a:pt x="457200" y="363220"/>
                    <a:pt x="363220" y="457200"/>
                    <a:pt x="247650" y="4572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38100" y="3810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 extrusionOk="0">
                  <a:moveTo>
                    <a:pt x="209550" y="0"/>
                  </a:moveTo>
                  <a:cubicBezTo>
                    <a:pt x="93980" y="0"/>
                    <a:pt x="0" y="93980"/>
                    <a:pt x="0" y="209550"/>
                  </a:cubicBezTo>
                  <a:cubicBezTo>
                    <a:pt x="0" y="325120"/>
                    <a:pt x="93980" y="419100"/>
                    <a:pt x="209550" y="419100"/>
                  </a:cubicBezTo>
                  <a:cubicBezTo>
                    <a:pt x="325120" y="419100"/>
                    <a:pt x="419100" y="325120"/>
                    <a:pt x="419100" y="209550"/>
                  </a:cubicBezTo>
                  <a:cubicBezTo>
                    <a:pt x="419100" y="93980"/>
                    <a:pt x="325120" y="0"/>
                    <a:pt x="209550" y="0"/>
                  </a:cubicBezTo>
                  <a:close/>
                </a:path>
              </a:pathLst>
            </a:custGeom>
            <a:gradFill>
              <a:gsLst>
                <a:gs pos="0">
                  <a:srgbClr val="B52C8B"/>
                </a:gs>
                <a:gs pos="100000">
                  <a:srgbClr val="DA5DA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" name="Google Shape;32;p3"/>
          <p:cNvGrpSpPr/>
          <p:nvPr/>
        </p:nvGrpSpPr>
        <p:grpSpPr>
          <a:xfrm>
            <a:off x="2412494" y="8342417"/>
            <a:ext cx="1281638" cy="1281638"/>
            <a:chOff x="0" y="0"/>
            <a:chExt cx="495300" cy="495300"/>
          </a:xfrm>
        </p:grpSpPr>
        <p:sp>
          <p:nvSpPr>
            <p:cNvPr id="33" name="Google Shape;33;p3"/>
            <p:cNvSpPr/>
            <p:nvPr/>
          </p:nvSpPr>
          <p:spPr>
            <a:xfrm>
              <a:off x="0" y="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 extrusionOk="0">
                  <a:moveTo>
                    <a:pt x="247650" y="0"/>
                  </a:moveTo>
                  <a:cubicBezTo>
                    <a:pt x="110490" y="0"/>
                    <a:pt x="0" y="110490"/>
                    <a:pt x="0" y="247650"/>
                  </a:cubicBezTo>
                  <a:cubicBezTo>
                    <a:pt x="0" y="384810"/>
                    <a:pt x="110490" y="495300"/>
                    <a:pt x="247650" y="495300"/>
                  </a:cubicBezTo>
                  <a:cubicBezTo>
                    <a:pt x="383540" y="495300"/>
                    <a:pt x="495300" y="384810"/>
                    <a:pt x="495300" y="247650"/>
                  </a:cubicBezTo>
                  <a:cubicBezTo>
                    <a:pt x="495300" y="110490"/>
                    <a:pt x="383540" y="0"/>
                    <a:pt x="247650" y="0"/>
                  </a:cubicBezTo>
                  <a:close/>
                  <a:moveTo>
                    <a:pt x="247650" y="457200"/>
                  </a:moveTo>
                  <a:cubicBezTo>
                    <a:pt x="132080" y="457200"/>
                    <a:pt x="38100" y="363220"/>
                    <a:pt x="38100" y="247650"/>
                  </a:cubicBezTo>
                  <a:cubicBezTo>
                    <a:pt x="38100" y="132080"/>
                    <a:pt x="132080" y="38100"/>
                    <a:pt x="247650" y="38100"/>
                  </a:cubicBezTo>
                  <a:cubicBezTo>
                    <a:pt x="363220" y="38100"/>
                    <a:pt x="457200" y="132080"/>
                    <a:pt x="457200" y="247650"/>
                  </a:cubicBezTo>
                  <a:cubicBezTo>
                    <a:pt x="457200" y="363220"/>
                    <a:pt x="363220" y="457200"/>
                    <a:pt x="247650" y="4572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38100" y="3810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 extrusionOk="0">
                  <a:moveTo>
                    <a:pt x="209550" y="0"/>
                  </a:moveTo>
                  <a:cubicBezTo>
                    <a:pt x="93980" y="0"/>
                    <a:pt x="0" y="93980"/>
                    <a:pt x="0" y="209550"/>
                  </a:cubicBezTo>
                  <a:cubicBezTo>
                    <a:pt x="0" y="325120"/>
                    <a:pt x="93980" y="419100"/>
                    <a:pt x="209550" y="419100"/>
                  </a:cubicBezTo>
                  <a:cubicBezTo>
                    <a:pt x="325120" y="419100"/>
                    <a:pt x="419100" y="325120"/>
                    <a:pt x="419100" y="209550"/>
                  </a:cubicBezTo>
                  <a:cubicBezTo>
                    <a:pt x="419100" y="93980"/>
                    <a:pt x="325120" y="0"/>
                    <a:pt x="209550" y="0"/>
                  </a:cubicBezTo>
                  <a:close/>
                </a:path>
              </a:pathLst>
            </a:custGeom>
            <a:gradFill>
              <a:gsLst>
                <a:gs pos="0">
                  <a:srgbClr val="F14B23"/>
                </a:gs>
                <a:gs pos="100000">
                  <a:srgbClr val="F99A1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35;p3"/>
          <p:cNvGrpSpPr/>
          <p:nvPr/>
        </p:nvGrpSpPr>
        <p:grpSpPr>
          <a:xfrm>
            <a:off x="14593879" y="8350001"/>
            <a:ext cx="1281638" cy="1281638"/>
            <a:chOff x="0" y="0"/>
            <a:chExt cx="495300" cy="495300"/>
          </a:xfrm>
        </p:grpSpPr>
        <p:sp>
          <p:nvSpPr>
            <p:cNvPr id="36" name="Google Shape;36;p3"/>
            <p:cNvSpPr/>
            <p:nvPr/>
          </p:nvSpPr>
          <p:spPr>
            <a:xfrm>
              <a:off x="0" y="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 extrusionOk="0">
                  <a:moveTo>
                    <a:pt x="247650" y="0"/>
                  </a:moveTo>
                  <a:cubicBezTo>
                    <a:pt x="110490" y="0"/>
                    <a:pt x="0" y="110490"/>
                    <a:pt x="0" y="247650"/>
                  </a:cubicBezTo>
                  <a:cubicBezTo>
                    <a:pt x="0" y="384810"/>
                    <a:pt x="110490" y="495300"/>
                    <a:pt x="247650" y="495300"/>
                  </a:cubicBezTo>
                  <a:cubicBezTo>
                    <a:pt x="383540" y="495300"/>
                    <a:pt x="495300" y="384810"/>
                    <a:pt x="495300" y="247650"/>
                  </a:cubicBezTo>
                  <a:cubicBezTo>
                    <a:pt x="495300" y="110490"/>
                    <a:pt x="383540" y="0"/>
                    <a:pt x="247650" y="0"/>
                  </a:cubicBezTo>
                  <a:close/>
                  <a:moveTo>
                    <a:pt x="247650" y="457200"/>
                  </a:moveTo>
                  <a:cubicBezTo>
                    <a:pt x="132080" y="457200"/>
                    <a:pt x="38100" y="363220"/>
                    <a:pt x="38100" y="247650"/>
                  </a:cubicBezTo>
                  <a:cubicBezTo>
                    <a:pt x="38100" y="132080"/>
                    <a:pt x="132080" y="38100"/>
                    <a:pt x="247650" y="38100"/>
                  </a:cubicBezTo>
                  <a:cubicBezTo>
                    <a:pt x="363220" y="38100"/>
                    <a:pt x="457200" y="132080"/>
                    <a:pt x="457200" y="247650"/>
                  </a:cubicBezTo>
                  <a:cubicBezTo>
                    <a:pt x="457200" y="363220"/>
                    <a:pt x="363220" y="457200"/>
                    <a:pt x="247650" y="4572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38100" y="3810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 extrusionOk="0">
                  <a:moveTo>
                    <a:pt x="209550" y="0"/>
                  </a:moveTo>
                  <a:cubicBezTo>
                    <a:pt x="93980" y="0"/>
                    <a:pt x="0" y="93980"/>
                    <a:pt x="0" y="209550"/>
                  </a:cubicBezTo>
                  <a:cubicBezTo>
                    <a:pt x="0" y="325120"/>
                    <a:pt x="93980" y="419100"/>
                    <a:pt x="209550" y="419100"/>
                  </a:cubicBezTo>
                  <a:cubicBezTo>
                    <a:pt x="325120" y="419100"/>
                    <a:pt x="419100" y="325120"/>
                    <a:pt x="419100" y="209550"/>
                  </a:cubicBezTo>
                  <a:cubicBezTo>
                    <a:pt x="419100" y="93980"/>
                    <a:pt x="325120" y="0"/>
                    <a:pt x="209550" y="0"/>
                  </a:cubicBezTo>
                  <a:close/>
                </a:path>
              </a:pathLst>
            </a:custGeom>
            <a:gradFill>
              <a:gsLst>
                <a:gs pos="0">
                  <a:srgbClr val="12948A"/>
                </a:gs>
                <a:gs pos="100000">
                  <a:srgbClr val="4CBCB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" name="Google Shape;38;p3"/>
          <p:cNvSpPr/>
          <p:nvPr/>
        </p:nvSpPr>
        <p:spPr>
          <a:xfrm>
            <a:off x="5578700" y="2322456"/>
            <a:ext cx="7130600" cy="5642087"/>
          </a:xfrm>
          <a:custGeom>
            <a:avLst/>
            <a:gdLst/>
            <a:ahLst/>
            <a:cxnLst/>
            <a:rect l="l" t="t" r="r" b="b"/>
            <a:pathLst>
              <a:path w="7130600" h="5642087" extrusionOk="0">
                <a:moveTo>
                  <a:pt x="0" y="0"/>
                </a:moveTo>
                <a:lnTo>
                  <a:pt x="7130600" y="0"/>
                </a:lnTo>
                <a:lnTo>
                  <a:pt x="7130600" y="5642088"/>
                </a:lnTo>
                <a:lnTo>
                  <a:pt x="0" y="56420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15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39" name="Google Shape;39;p3"/>
          <p:cNvGrpSpPr/>
          <p:nvPr/>
        </p:nvGrpSpPr>
        <p:grpSpPr>
          <a:xfrm>
            <a:off x="6809090" y="2808590"/>
            <a:ext cx="4669780" cy="4669780"/>
            <a:chOff x="0" y="0"/>
            <a:chExt cx="812800" cy="812800"/>
          </a:xfrm>
        </p:grpSpPr>
        <p:sp>
          <p:nvSpPr>
            <p:cNvPr id="40" name="Google Shape;40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1179460" y="4566600"/>
            <a:ext cx="3329876" cy="1664938"/>
          </a:xfrm>
          <a:custGeom>
            <a:avLst/>
            <a:gdLst/>
            <a:ahLst/>
            <a:cxnLst/>
            <a:rect l="l" t="t" r="r" b="b"/>
            <a:pathLst>
              <a:path w="3329876" h="1664938" extrusionOk="0">
                <a:moveTo>
                  <a:pt x="0" y="0"/>
                </a:moveTo>
                <a:lnTo>
                  <a:pt x="3329876" y="0"/>
                </a:lnTo>
                <a:lnTo>
                  <a:pt x="3329876" y="1664938"/>
                </a:lnTo>
                <a:lnTo>
                  <a:pt x="0" y="16649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5" name="Google Shape;45;p4"/>
          <p:cNvSpPr/>
          <p:nvPr/>
        </p:nvSpPr>
        <p:spPr>
          <a:xfrm rot="10800000">
            <a:off x="4325635" y="6134255"/>
            <a:ext cx="3329876" cy="1664938"/>
          </a:xfrm>
          <a:custGeom>
            <a:avLst/>
            <a:gdLst/>
            <a:ahLst/>
            <a:cxnLst/>
            <a:rect l="l" t="t" r="r" b="b"/>
            <a:pathLst>
              <a:path w="3329876" h="1664938" extrusionOk="0">
                <a:moveTo>
                  <a:pt x="0" y="0"/>
                </a:moveTo>
                <a:lnTo>
                  <a:pt x="3329876" y="0"/>
                </a:lnTo>
                <a:lnTo>
                  <a:pt x="3329876" y="1664938"/>
                </a:lnTo>
                <a:lnTo>
                  <a:pt x="0" y="16649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6" name="Google Shape;46;p4"/>
          <p:cNvSpPr/>
          <p:nvPr/>
        </p:nvSpPr>
        <p:spPr>
          <a:xfrm>
            <a:off x="7474091" y="4566600"/>
            <a:ext cx="3343241" cy="1671621"/>
          </a:xfrm>
          <a:custGeom>
            <a:avLst/>
            <a:gdLst/>
            <a:ahLst/>
            <a:cxnLst/>
            <a:rect l="l" t="t" r="r" b="b"/>
            <a:pathLst>
              <a:path w="3343241" h="1671621" extrusionOk="0">
                <a:moveTo>
                  <a:pt x="0" y="0"/>
                </a:moveTo>
                <a:lnTo>
                  <a:pt x="3343241" y="0"/>
                </a:lnTo>
                <a:lnTo>
                  <a:pt x="3343241" y="1671620"/>
                </a:lnTo>
                <a:lnTo>
                  <a:pt x="0" y="16716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7" name="Google Shape;47;p4"/>
          <p:cNvSpPr/>
          <p:nvPr/>
        </p:nvSpPr>
        <p:spPr>
          <a:xfrm rot="10800000">
            <a:off x="10629702" y="6224855"/>
            <a:ext cx="3329876" cy="1664938"/>
          </a:xfrm>
          <a:custGeom>
            <a:avLst/>
            <a:gdLst/>
            <a:ahLst/>
            <a:cxnLst/>
            <a:rect l="l" t="t" r="r" b="b"/>
            <a:pathLst>
              <a:path w="3329876" h="1664938" extrusionOk="0">
                <a:moveTo>
                  <a:pt x="0" y="0"/>
                </a:moveTo>
                <a:lnTo>
                  <a:pt x="3329876" y="0"/>
                </a:lnTo>
                <a:lnTo>
                  <a:pt x="3329876" y="1664939"/>
                </a:lnTo>
                <a:lnTo>
                  <a:pt x="0" y="16649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8" name="Google Shape;48;p4"/>
          <p:cNvSpPr/>
          <p:nvPr/>
        </p:nvSpPr>
        <p:spPr>
          <a:xfrm>
            <a:off x="13778664" y="4573282"/>
            <a:ext cx="3329876" cy="1664938"/>
          </a:xfrm>
          <a:custGeom>
            <a:avLst/>
            <a:gdLst/>
            <a:ahLst/>
            <a:cxnLst/>
            <a:rect l="l" t="t" r="r" b="b"/>
            <a:pathLst>
              <a:path w="3329876" h="1664938" extrusionOk="0">
                <a:moveTo>
                  <a:pt x="0" y="0"/>
                </a:moveTo>
                <a:lnTo>
                  <a:pt x="3329876" y="0"/>
                </a:lnTo>
                <a:lnTo>
                  <a:pt x="3329876" y="1664938"/>
                </a:lnTo>
                <a:lnTo>
                  <a:pt x="0" y="16649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49" name="Google Shape;49;p4"/>
          <p:cNvGrpSpPr/>
          <p:nvPr/>
        </p:nvGrpSpPr>
        <p:grpSpPr>
          <a:xfrm>
            <a:off x="1759408" y="5051167"/>
            <a:ext cx="2166193" cy="2166193"/>
            <a:chOff x="0" y="0"/>
            <a:chExt cx="812800" cy="812800"/>
          </a:xfrm>
        </p:grpSpPr>
        <p:sp>
          <p:nvSpPr>
            <p:cNvPr id="50" name="Google Shape;50;p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FFAA29"/>
                </a:gs>
                <a:gs pos="100000">
                  <a:srgbClr val="F8D54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4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" name="Google Shape;52;p4"/>
          <p:cNvGrpSpPr/>
          <p:nvPr/>
        </p:nvGrpSpPr>
        <p:grpSpPr>
          <a:xfrm>
            <a:off x="4917389" y="5051167"/>
            <a:ext cx="2166193" cy="2166193"/>
            <a:chOff x="0" y="0"/>
            <a:chExt cx="812800" cy="812800"/>
          </a:xfrm>
        </p:grpSpPr>
        <p:sp>
          <p:nvSpPr>
            <p:cNvPr id="53" name="Google Shape;53;p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F14B23"/>
                </a:gs>
                <a:gs pos="100000">
                  <a:srgbClr val="F99A1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4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" name="Google Shape;55;p4"/>
          <p:cNvGrpSpPr/>
          <p:nvPr/>
        </p:nvGrpSpPr>
        <p:grpSpPr>
          <a:xfrm>
            <a:off x="8046036" y="5051167"/>
            <a:ext cx="2166193" cy="2166193"/>
            <a:chOff x="0" y="0"/>
            <a:chExt cx="812800" cy="812800"/>
          </a:xfrm>
        </p:grpSpPr>
        <p:sp>
          <p:nvSpPr>
            <p:cNvPr id="56" name="Google Shape;56;p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B4298B"/>
                </a:gs>
                <a:gs pos="100000">
                  <a:srgbClr val="DD61A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4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" name="Google Shape;58;p4"/>
          <p:cNvGrpSpPr/>
          <p:nvPr/>
        </p:nvGrpSpPr>
        <p:grpSpPr>
          <a:xfrm>
            <a:off x="11207857" y="5051167"/>
            <a:ext cx="2166193" cy="2166193"/>
            <a:chOff x="0" y="0"/>
            <a:chExt cx="812800" cy="812800"/>
          </a:xfrm>
        </p:grpSpPr>
        <p:sp>
          <p:nvSpPr>
            <p:cNvPr id="59" name="Google Shape;59;p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12948A"/>
                </a:gs>
                <a:gs pos="100000">
                  <a:srgbClr val="4CBCB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4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" name="Google Shape;61;p4"/>
          <p:cNvGrpSpPr/>
          <p:nvPr/>
        </p:nvGrpSpPr>
        <p:grpSpPr>
          <a:xfrm>
            <a:off x="14350103" y="5051167"/>
            <a:ext cx="2166193" cy="2166193"/>
            <a:chOff x="0" y="0"/>
            <a:chExt cx="812800" cy="812800"/>
          </a:xfrm>
        </p:grpSpPr>
        <p:sp>
          <p:nvSpPr>
            <p:cNvPr id="62" name="Google Shape;62;p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76C044"/>
                </a:gs>
                <a:gs pos="100000">
                  <a:srgbClr val="CADC3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4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 1">
  <p:cSld name="BLANK_1_1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66" name="Google Shape;66;p5"/>
          <p:cNvGrpSpPr/>
          <p:nvPr/>
        </p:nvGrpSpPr>
        <p:grpSpPr>
          <a:xfrm>
            <a:off x="8514065" y="852123"/>
            <a:ext cx="853163" cy="1634896"/>
            <a:chOff x="0" y="-47625"/>
            <a:chExt cx="224700" cy="430587"/>
          </a:xfrm>
        </p:grpSpPr>
        <p:sp>
          <p:nvSpPr>
            <p:cNvPr id="67" name="Google Shape;67;p5"/>
            <p:cNvSpPr/>
            <p:nvPr/>
          </p:nvSpPr>
          <p:spPr>
            <a:xfrm>
              <a:off x="0" y="0"/>
              <a:ext cx="224626" cy="382962"/>
            </a:xfrm>
            <a:custGeom>
              <a:avLst/>
              <a:gdLst/>
              <a:ahLst/>
              <a:cxnLst/>
              <a:rect l="l" t="t" r="r" b="b"/>
              <a:pathLst>
                <a:path w="224626" h="382962" extrusionOk="0">
                  <a:moveTo>
                    <a:pt x="0" y="0"/>
                  </a:moveTo>
                  <a:lnTo>
                    <a:pt x="224626" y="0"/>
                  </a:lnTo>
                  <a:lnTo>
                    <a:pt x="224626" y="382962"/>
                  </a:lnTo>
                  <a:lnTo>
                    <a:pt x="0" y="382962"/>
                  </a:lnTo>
                  <a:close/>
                </a:path>
              </a:pathLst>
            </a:custGeom>
            <a:solidFill>
              <a:srgbClr val="76C045"/>
            </a:solidFill>
            <a:ln>
              <a:noFill/>
            </a:ln>
          </p:spPr>
        </p:sp>
        <p:sp>
          <p:nvSpPr>
            <p:cNvPr id="68" name="Google Shape;68;p5"/>
            <p:cNvSpPr txBox="1"/>
            <p:nvPr/>
          </p:nvSpPr>
          <p:spPr>
            <a:xfrm>
              <a:off x="0" y="-47625"/>
              <a:ext cx="224700" cy="43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" name="Google Shape;69;p5"/>
          <p:cNvGrpSpPr/>
          <p:nvPr/>
        </p:nvGrpSpPr>
        <p:grpSpPr>
          <a:xfrm>
            <a:off x="6928695" y="2508779"/>
            <a:ext cx="853163" cy="1671061"/>
            <a:chOff x="0" y="-57150"/>
            <a:chExt cx="224700" cy="440112"/>
          </a:xfrm>
        </p:grpSpPr>
        <p:sp>
          <p:nvSpPr>
            <p:cNvPr id="70" name="Google Shape;70;p5"/>
            <p:cNvSpPr/>
            <p:nvPr/>
          </p:nvSpPr>
          <p:spPr>
            <a:xfrm>
              <a:off x="0" y="0"/>
              <a:ext cx="224626" cy="382962"/>
            </a:xfrm>
            <a:custGeom>
              <a:avLst/>
              <a:gdLst/>
              <a:ahLst/>
              <a:cxnLst/>
              <a:rect l="l" t="t" r="r" b="b"/>
              <a:pathLst>
                <a:path w="224626" h="382962" extrusionOk="0">
                  <a:moveTo>
                    <a:pt x="0" y="0"/>
                  </a:moveTo>
                  <a:lnTo>
                    <a:pt x="224626" y="0"/>
                  </a:lnTo>
                  <a:lnTo>
                    <a:pt x="224626" y="382962"/>
                  </a:lnTo>
                  <a:lnTo>
                    <a:pt x="0" y="382962"/>
                  </a:lnTo>
                  <a:close/>
                </a:path>
              </a:pathLst>
            </a:custGeom>
            <a:solidFill>
              <a:srgbClr val="4CA19A"/>
            </a:solidFill>
            <a:ln>
              <a:noFill/>
            </a:ln>
          </p:spPr>
        </p:sp>
        <p:sp>
          <p:nvSpPr>
            <p:cNvPr id="71" name="Google Shape;71;p5"/>
            <p:cNvSpPr txBox="1"/>
            <p:nvPr/>
          </p:nvSpPr>
          <p:spPr>
            <a:xfrm>
              <a:off x="0" y="-57150"/>
              <a:ext cx="224700" cy="44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" name="Google Shape;72;p5"/>
          <p:cNvGrpSpPr/>
          <p:nvPr/>
        </p:nvGrpSpPr>
        <p:grpSpPr>
          <a:xfrm>
            <a:off x="5343325" y="4201602"/>
            <a:ext cx="853163" cy="1671061"/>
            <a:chOff x="0" y="-57150"/>
            <a:chExt cx="224700" cy="440112"/>
          </a:xfrm>
        </p:grpSpPr>
        <p:sp>
          <p:nvSpPr>
            <p:cNvPr id="73" name="Google Shape;73;p5"/>
            <p:cNvSpPr/>
            <p:nvPr/>
          </p:nvSpPr>
          <p:spPr>
            <a:xfrm>
              <a:off x="0" y="0"/>
              <a:ext cx="224626" cy="382962"/>
            </a:xfrm>
            <a:custGeom>
              <a:avLst/>
              <a:gdLst/>
              <a:ahLst/>
              <a:cxnLst/>
              <a:rect l="l" t="t" r="r" b="b"/>
              <a:pathLst>
                <a:path w="224626" h="382962" extrusionOk="0">
                  <a:moveTo>
                    <a:pt x="0" y="0"/>
                  </a:moveTo>
                  <a:lnTo>
                    <a:pt x="224626" y="0"/>
                  </a:lnTo>
                  <a:lnTo>
                    <a:pt x="224626" y="382962"/>
                  </a:lnTo>
                  <a:lnTo>
                    <a:pt x="0" y="382962"/>
                  </a:lnTo>
                  <a:close/>
                </a:path>
              </a:pathLst>
            </a:custGeom>
            <a:solidFill>
              <a:srgbClr val="BC2573"/>
            </a:solidFill>
            <a:ln>
              <a:noFill/>
            </a:ln>
          </p:spPr>
        </p:sp>
        <p:sp>
          <p:nvSpPr>
            <p:cNvPr id="74" name="Google Shape;74;p5"/>
            <p:cNvSpPr txBox="1"/>
            <p:nvPr/>
          </p:nvSpPr>
          <p:spPr>
            <a:xfrm>
              <a:off x="0" y="-57150"/>
              <a:ext cx="224700" cy="44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" name="Google Shape;75;p5"/>
          <p:cNvGrpSpPr/>
          <p:nvPr/>
        </p:nvGrpSpPr>
        <p:grpSpPr>
          <a:xfrm>
            <a:off x="4706080" y="5931228"/>
            <a:ext cx="3086120" cy="1634896"/>
            <a:chOff x="0" y="-47625"/>
            <a:chExt cx="812800" cy="430587"/>
          </a:xfrm>
        </p:grpSpPr>
        <p:sp>
          <p:nvSpPr>
            <p:cNvPr id="76" name="Google Shape;76;p5"/>
            <p:cNvSpPr/>
            <p:nvPr/>
          </p:nvSpPr>
          <p:spPr>
            <a:xfrm>
              <a:off x="0" y="0"/>
              <a:ext cx="812800" cy="382962"/>
            </a:xfrm>
            <a:custGeom>
              <a:avLst/>
              <a:gdLst/>
              <a:ahLst/>
              <a:cxnLst/>
              <a:rect l="l" t="t" r="r" b="b"/>
              <a:pathLst>
                <a:path w="812800" h="382962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382962"/>
                  </a:lnTo>
                  <a:lnTo>
                    <a:pt x="0" y="382962"/>
                  </a:lnTo>
                  <a:close/>
                </a:path>
              </a:pathLst>
            </a:custGeom>
            <a:gradFill>
              <a:gsLst>
                <a:gs pos="0">
                  <a:srgbClr val="F14B23"/>
                </a:gs>
                <a:gs pos="100000">
                  <a:srgbClr val="F99A16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77" name="Google Shape;77;p5"/>
            <p:cNvSpPr txBox="1"/>
            <p:nvPr/>
          </p:nvSpPr>
          <p:spPr>
            <a:xfrm>
              <a:off x="0" y="-47625"/>
              <a:ext cx="812700" cy="43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0" tIns="254000" rIns="254000" bIns="2540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" name="Google Shape;78;p5"/>
          <p:cNvGrpSpPr/>
          <p:nvPr/>
        </p:nvGrpSpPr>
        <p:grpSpPr>
          <a:xfrm>
            <a:off x="3757955" y="5894424"/>
            <a:ext cx="853163" cy="1671061"/>
            <a:chOff x="0" y="-57150"/>
            <a:chExt cx="224700" cy="440112"/>
          </a:xfrm>
        </p:grpSpPr>
        <p:sp>
          <p:nvSpPr>
            <p:cNvPr id="79" name="Google Shape;79;p5"/>
            <p:cNvSpPr/>
            <p:nvPr/>
          </p:nvSpPr>
          <p:spPr>
            <a:xfrm>
              <a:off x="0" y="0"/>
              <a:ext cx="224626" cy="382962"/>
            </a:xfrm>
            <a:custGeom>
              <a:avLst/>
              <a:gdLst/>
              <a:ahLst/>
              <a:cxnLst/>
              <a:rect l="l" t="t" r="r" b="b"/>
              <a:pathLst>
                <a:path w="224626" h="382962" extrusionOk="0">
                  <a:moveTo>
                    <a:pt x="0" y="0"/>
                  </a:moveTo>
                  <a:lnTo>
                    <a:pt x="224626" y="0"/>
                  </a:lnTo>
                  <a:lnTo>
                    <a:pt x="224626" y="382962"/>
                  </a:lnTo>
                  <a:lnTo>
                    <a:pt x="0" y="382962"/>
                  </a:lnTo>
                  <a:close/>
                </a:path>
              </a:pathLst>
            </a:custGeom>
            <a:solidFill>
              <a:srgbClr val="ED7843"/>
            </a:solidFill>
            <a:ln>
              <a:noFill/>
            </a:ln>
          </p:spPr>
        </p:sp>
        <p:sp>
          <p:nvSpPr>
            <p:cNvPr id="80" name="Google Shape;80;p5"/>
            <p:cNvSpPr txBox="1"/>
            <p:nvPr/>
          </p:nvSpPr>
          <p:spPr>
            <a:xfrm>
              <a:off x="0" y="-57150"/>
              <a:ext cx="224700" cy="44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" name="Google Shape;81;p5"/>
          <p:cNvGrpSpPr/>
          <p:nvPr/>
        </p:nvGrpSpPr>
        <p:grpSpPr>
          <a:xfrm>
            <a:off x="3120700" y="7804240"/>
            <a:ext cx="3086130" cy="1454603"/>
            <a:chOff x="-3" y="0"/>
            <a:chExt cx="812803" cy="383103"/>
          </a:xfrm>
        </p:grpSpPr>
        <p:sp>
          <p:nvSpPr>
            <p:cNvPr id="82" name="Google Shape;82;p5"/>
            <p:cNvSpPr/>
            <p:nvPr/>
          </p:nvSpPr>
          <p:spPr>
            <a:xfrm>
              <a:off x="0" y="0"/>
              <a:ext cx="812800" cy="382962"/>
            </a:xfrm>
            <a:custGeom>
              <a:avLst/>
              <a:gdLst/>
              <a:ahLst/>
              <a:cxnLst/>
              <a:rect l="l" t="t" r="r" b="b"/>
              <a:pathLst>
                <a:path w="812800" h="382962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382962"/>
                  </a:lnTo>
                  <a:lnTo>
                    <a:pt x="0" y="382962"/>
                  </a:lnTo>
                  <a:close/>
                </a:path>
              </a:pathLst>
            </a:custGeom>
            <a:gradFill>
              <a:gsLst>
                <a:gs pos="0">
                  <a:srgbClr val="FFAA29"/>
                </a:gs>
                <a:gs pos="100000">
                  <a:srgbClr val="F8D54F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83" name="Google Shape;83;p5"/>
            <p:cNvSpPr txBox="1"/>
            <p:nvPr/>
          </p:nvSpPr>
          <p:spPr>
            <a:xfrm>
              <a:off x="-3" y="3"/>
              <a:ext cx="812700" cy="38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0" tIns="254000" rIns="254000" bIns="2540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" name="Google Shape;84;p5"/>
          <p:cNvGrpSpPr/>
          <p:nvPr/>
        </p:nvGrpSpPr>
        <p:grpSpPr>
          <a:xfrm>
            <a:off x="9462191" y="852123"/>
            <a:ext cx="3086120" cy="1634896"/>
            <a:chOff x="0" y="-47625"/>
            <a:chExt cx="812800" cy="430587"/>
          </a:xfrm>
        </p:grpSpPr>
        <p:sp>
          <p:nvSpPr>
            <p:cNvPr id="85" name="Google Shape;85;p5"/>
            <p:cNvSpPr/>
            <p:nvPr/>
          </p:nvSpPr>
          <p:spPr>
            <a:xfrm>
              <a:off x="0" y="0"/>
              <a:ext cx="812800" cy="382962"/>
            </a:xfrm>
            <a:custGeom>
              <a:avLst/>
              <a:gdLst/>
              <a:ahLst/>
              <a:cxnLst/>
              <a:rect l="l" t="t" r="r" b="b"/>
              <a:pathLst>
                <a:path w="812800" h="382962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382962"/>
                  </a:lnTo>
                  <a:lnTo>
                    <a:pt x="0" y="382962"/>
                  </a:lnTo>
                  <a:close/>
                </a:path>
              </a:pathLst>
            </a:custGeom>
            <a:gradFill>
              <a:gsLst>
                <a:gs pos="0">
                  <a:srgbClr val="76C044"/>
                </a:gs>
                <a:gs pos="100000">
                  <a:srgbClr val="CADC30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86" name="Google Shape;86;p5"/>
            <p:cNvSpPr txBox="1"/>
            <p:nvPr/>
          </p:nvSpPr>
          <p:spPr>
            <a:xfrm>
              <a:off x="0" y="-47625"/>
              <a:ext cx="812700" cy="43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0" tIns="254000" rIns="254000" bIns="2540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" name="Google Shape;87;p5"/>
          <p:cNvGrpSpPr/>
          <p:nvPr/>
        </p:nvGrpSpPr>
        <p:grpSpPr>
          <a:xfrm>
            <a:off x="2172575" y="7803701"/>
            <a:ext cx="853163" cy="1454607"/>
            <a:chOff x="-3" y="-142"/>
            <a:chExt cx="224700" cy="383104"/>
          </a:xfrm>
        </p:grpSpPr>
        <p:sp>
          <p:nvSpPr>
            <p:cNvPr id="88" name="Google Shape;88;p5"/>
            <p:cNvSpPr/>
            <p:nvPr/>
          </p:nvSpPr>
          <p:spPr>
            <a:xfrm>
              <a:off x="0" y="0"/>
              <a:ext cx="224626" cy="382962"/>
            </a:xfrm>
            <a:custGeom>
              <a:avLst/>
              <a:gdLst/>
              <a:ahLst/>
              <a:cxnLst/>
              <a:rect l="l" t="t" r="r" b="b"/>
              <a:pathLst>
                <a:path w="224626" h="382962" extrusionOk="0">
                  <a:moveTo>
                    <a:pt x="0" y="0"/>
                  </a:moveTo>
                  <a:lnTo>
                    <a:pt x="224626" y="0"/>
                  </a:lnTo>
                  <a:lnTo>
                    <a:pt x="224626" y="382962"/>
                  </a:lnTo>
                  <a:lnTo>
                    <a:pt x="0" y="382962"/>
                  </a:lnTo>
                  <a:close/>
                </a:path>
              </a:pathLst>
            </a:custGeom>
            <a:solidFill>
              <a:srgbClr val="FDB02F"/>
            </a:solidFill>
            <a:ln>
              <a:noFill/>
            </a:ln>
          </p:spPr>
        </p:sp>
        <p:sp>
          <p:nvSpPr>
            <p:cNvPr id="89" name="Google Shape;89;p5"/>
            <p:cNvSpPr txBox="1"/>
            <p:nvPr/>
          </p:nvSpPr>
          <p:spPr>
            <a:xfrm>
              <a:off x="-3" y="-142"/>
              <a:ext cx="224700" cy="38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" name="Google Shape;90;p5"/>
          <p:cNvGrpSpPr/>
          <p:nvPr/>
        </p:nvGrpSpPr>
        <p:grpSpPr>
          <a:xfrm>
            <a:off x="7876820" y="2546008"/>
            <a:ext cx="3086120" cy="1634896"/>
            <a:chOff x="0" y="-47625"/>
            <a:chExt cx="812800" cy="430587"/>
          </a:xfrm>
        </p:grpSpPr>
        <p:sp>
          <p:nvSpPr>
            <p:cNvPr id="91" name="Google Shape;91;p5"/>
            <p:cNvSpPr/>
            <p:nvPr/>
          </p:nvSpPr>
          <p:spPr>
            <a:xfrm>
              <a:off x="0" y="0"/>
              <a:ext cx="812800" cy="382962"/>
            </a:xfrm>
            <a:custGeom>
              <a:avLst/>
              <a:gdLst/>
              <a:ahLst/>
              <a:cxnLst/>
              <a:rect l="l" t="t" r="r" b="b"/>
              <a:pathLst>
                <a:path w="812800" h="382962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382962"/>
                  </a:lnTo>
                  <a:lnTo>
                    <a:pt x="0" y="382962"/>
                  </a:lnTo>
                  <a:close/>
                </a:path>
              </a:pathLst>
            </a:custGeom>
            <a:gradFill>
              <a:gsLst>
                <a:gs pos="0">
                  <a:srgbClr val="12948A"/>
                </a:gs>
                <a:gs pos="100000">
                  <a:srgbClr val="4CBCB0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92" name="Google Shape;92;p5"/>
            <p:cNvSpPr txBox="1"/>
            <p:nvPr/>
          </p:nvSpPr>
          <p:spPr>
            <a:xfrm>
              <a:off x="0" y="-47625"/>
              <a:ext cx="812700" cy="43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0" tIns="254000" rIns="254000" bIns="2540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" name="Google Shape;93;p5"/>
          <p:cNvGrpSpPr/>
          <p:nvPr/>
        </p:nvGrpSpPr>
        <p:grpSpPr>
          <a:xfrm>
            <a:off x="6291450" y="4238193"/>
            <a:ext cx="3086120" cy="1634896"/>
            <a:chOff x="0" y="-47625"/>
            <a:chExt cx="812800" cy="430587"/>
          </a:xfrm>
        </p:grpSpPr>
        <p:sp>
          <p:nvSpPr>
            <p:cNvPr id="94" name="Google Shape;94;p5"/>
            <p:cNvSpPr/>
            <p:nvPr/>
          </p:nvSpPr>
          <p:spPr>
            <a:xfrm>
              <a:off x="0" y="0"/>
              <a:ext cx="812800" cy="382962"/>
            </a:xfrm>
            <a:custGeom>
              <a:avLst/>
              <a:gdLst/>
              <a:ahLst/>
              <a:cxnLst/>
              <a:rect l="l" t="t" r="r" b="b"/>
              <a:pathLst>
                <a:path w="812800" h="382962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382962"/>
                  </a:lnTo>
                  <a:lnTo>
                    <a:pt x="0" y="382962"/>
                  </a:lnTo>
                  <a:close/>
                </a:path>
              </a:pathLst>
            </a:custGeom>
            <a:gradFill>
              <a:gsLst>
                <a:gs pos="0">
                  <a:srgbClr val="B4298B"/>
                </a:gs>
                <a:gs pos="100000">
                  <a:srgbClr val="DD61A2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95" name="Google Shape;95;p5"/>
            <p:cNvSpPr txBox="1"/>
            <p:nvPr/>
          </p:nvSpPr>
          <p:spPr>
            <a:xfrm>
              <a:off x="0" y="-47625"/>
              <a:ext cx="812700" cy="43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0" tIns="254000" rIns="254000" bIns="2540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 2">
  <p:cSld name="BLANK_1_2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98" name="Google Shape;98;p6"/>
          <p:cNvGrpSpPr/>
          <p:nvPr/>
        </p:nvGrpSpPr>
        <p:grpSpPr>
          <a:xfrm>
            <a:off x="8145598" y="1028700"/>
            <a:ext cx="1196929" cy="1196929"/>
            <a:chOff x="0" y="0"/>
            <a:chExt cx="812800" cy="812800"/>
          </a:xfrm>
        </p:grpSpPr>
        <p:sp>
          <p:nvSpPr>
            <p:cNvPr id="99" name="Google Shape;99;p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FFAA29"/>
                </a:gs>
                <a:gs pos="100000">
                  <a:srgbClr val="F8D54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6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01" name="Google Shape;101;p6"/>
          <p:cNvCxnSpPr/>
          <p:nvPr/>
        </p:nvCxnSpPr>
        <p:spPr>
          <a:xfrm rot="10800000">
            <a:off x="8744056" y="2225508"/>
            <a:ext cx="0" cy="5874600"/>
          </a:xfrm>
          <a:prstGeom prst="straightConnector1">
            <a:avLst/>
          </a:prstGeom>
          <a:noFill/>
          <a:ln w="476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02" name="Google Shape;102;p6"/>
          <p:cNvGrpSpPr/>
          <p:nvPr/>
        </p:nvGrpSpPr>
        <p:grpSpPr>
          <a:xfrm>
            <a:off x="8145598" y="2793354"/>
            <a:ext cx="1196929" cy="1196929"/>
            <a:chOff x="0" y="0"/>
            <a:chExt cx="812800" cy="812800"/>
          </a:xfrm>
        </p:grpSpPr>
        <p:sp>
          <p:nvSpPr>
            <p:cNvPr id="103" name="Google Shape;103;p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F14B23"/>
                </a:gs>
                <a:gs pos="100000">
                  <a:srgbClr val="F99A1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6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" name="Google Shape;105;p6"/>
          <p:cNvGrpSpPr/>
          <p:nvPr/>
        </p:nvGrpSpPr>
        <p:grpSpPr>
          <a:xfrm>
            <a:off x="8145598" y="4593934"/>
            <a:ext cx="1196929" cy="1196929"/>
            <a:chOff x="0" y="0"/>
            <a:chExt cx="812800" cy="812800"/>
          </a:xfrm>
        </p:grpSpPr>
        <p:sp>
          <p:nvSpPr>
            <p:cNvPr id="106" name="Google Shape;106;p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B4298B"/>
                </a:gs>
                <a:gs pos="100000">
                  <a:srgbClr val="DD61A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6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" name="Google Shape;108;p6"/>
          <p:cNvGrpSpPr/>
          <p:nvPr/>
        </p:nvGrpSpPr>
        <p:grpSpPr>
          <a:xfrm>
            <a:off x="8145598" y="6394514"/>
            <a:ext cx="1196929" cy="1196929"/>
            <a:chOff x="0" y="0"/>
            <a:chExt cx="812800" cy="812800"/>
          </a:xfrm>
        </p:grpSpPr>
        <p:sp>
          <p:nvSpPr>
            <p:cNvPr id="109" name="Google Shape;109;p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12948A"/>
                </a:gs>
                <a:gs pos="100000">
                  <a:srgbClr val="4CBCB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6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" name="Google Shape;111;p6"/>
          <p:cNvGrpSpPr/>
          <p:nvPr/>
        </p:nvGrpSpPr>
        <p:grpSpPr>
          <a:xfrm>
            <a:off x="8145598" y="8100108"/>
            <a:ext cx="1196929" cy="1196929"/>
            <a:chOff x="0" y="0"/>
            <a:chExt cx="812800" cy="812800"/>
          </a:xfrm>
        </p:grpSpPr>
        <p:sp>
          <p:nvSpPr>
            <p:cNvPr id="112" name="Google Shape;112;p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76C044"/>
                </a:gs>
                <a:gs pos="100000">
                  <a:srgbClr val="CADC3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6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 3">
  <p:cSld name="BLANK_1_3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hpe.com/support/restfulinterface/docs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9" Type="http://schemas.openxmlformats.org/officeDocument/2006/relationships/image" Target="../media/image43.png"/><Relationship Id="rId21" Type="http://schemas.openxmlformats.org/officeDocument/2006/relationships/image" Target="../media/image25.png"/><Relationship Id="rId34" Type="http://schemas.openxmlformats.org/officeDocument/2006/relationships/image" Target="../media/image3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29" Type="http://schemas.openxmlformats.org/officeDocument/2006/relationships/image" Target="../media/image33.png"/><Relationship Id="rId41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24" Type="http://schemas.openxmlformats.org/officeDocument/2006/relationships/image" Target="../media/image28.png"/><Relationship Id="rId32" Type="http://schemas.openxmlformats.org/officeDocument/2006/relationships/image" Target="../media/image36.png"/><Relationship Id="rId37" Type="http://schemas.openxmlformats.org/officeDocument/2006/relationships/image" Target="../media/image41.png"/><Relationship Id="rId40" Type="http://schemas.openxmlformats.org/officeDocument/2006/relationships/image" Target="../media/image44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28" Type="http://schemas.openxmlformats.org/officeDocument/2006/relationships/image" Target="../media/image32.png"/><Relationship Id="rId36" Type="http://schemas.openxmlformats.org/officeDocument/2006/relationships/image" Target="../media/image40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31" Type="http://schemas.openxmlformats.org/officeDocument/2006/relationships/image" Target="../media/image35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Relationship Id="rId27" Type="http://schemas.openxmlformats.org/officeDocument/2006/relationships/image" Target="../media/image31.png"/><Relationship Id="rId30" Type="http://schemas.openxmlformats.org/officeDocument/2006/relationships/image" Target="../media/image34.png"/><Relationship Id="rId35" Type="http://schemas.openxmlformats.org/officeDocument/2006/relationships/image" Target="../media/image39.png"/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33" Type="http://schemas.openxmlformats.org/officeDocument/2006/relationships/image" Target="../media/image37.png"/><Relationship Id="rId38" Type="http://schemas.openxmlformats.org/officeDocument/2006/relationships/image" Target="../media/image4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8"/>
          <p:cNvGrpSpPr/>
          <p:nvPr/>
        </p:nvGrpSpPr>
        <p:grpSpPr>
          <a:xfrm>
            <a:off x="3053308" y="1081505"/>
            <a:ext cx="5755770" cy="3878575"/>
            <a:chOff x="0" y="-47625"/>
            <a:chExt cx="1276863" cy="860425"/>
          </a:xfrm>
        </p:grpSpPr>
        <p:sp>
          <p:nvSpPr>
            <p:cNvPr id="121" name="Google Shape;121;p8"/>
            <p:cNvSpPr/>
            <p:nvPr/>
          </p:nvSpPr>
          <p:spPr>
            <a:xfrm>
              <a:off x="0" y="0"/>
              <a:ext cx="1276863" cy="812800"/>
            </a:xfrm>
            <a:custGeom>
              <a:avLst/>
              <a:gdLst/>
              <a:ahLst/>
              <a:cxnLst/>
              <a:rect l="l" t="t" r="r" b="b"/>
              <a:pathLst>
                <a:path w="1276863" h="812800" extrusionOk="0">
                  <a:moveTo>
                    <a:pt x="40352" y="0"/>
                  </a:moveTo>
                  <a:lnTo>
                    <a:pt x="1236511" y="0"/>
                  </a:lnTo>
                  <a:cubicBezTo>
                    <a:pt x="1247213" y="0"/>
                    <a:pt x="1257476" y="4251"/>
                    <a:pt x="1265044" y="11819"/>
                  </a:cubicBezTo>
                  <a:cubicBezTo>
                    <a:pt x="1272611" y="19386"/>
                    <a:pt x="1276863" y="29650"/>
                    <a:pt x="1276863" y="40352"/>
                  </a:cubicBezTo>
                  <a:lnTo>
                    <a:pt x="1276863" y="772448"/>
                  </a:lnTo>
                  <a:cubicBezTo>
                    <a:pt x="1276863" y="794734"/>
                    <a:pt x="1258797" y="812800"/>
                    <a:pt x="1236511" y="812800"/>
                  </a:cubicBezTo>
                  <a:lnTo>
                    <a:pt x="40352" y="812800"/>
                  </a:lnTo>
                  <a:cubicBezTo>
                    <a:pt x="29650" y="812800"/>
                    <a:pt x="19386" y="808549"/>
                    <a:pt x="11819" y="800981"/>
                  </a:cubicBezTo>
                  <a:cubicBezTo>
                    <a:pt x="4251" y="793414"/>
                    <a:pt x="0" y="783150"/>
                    <a:pt x="0" y="772448"/>
                  </a:cubicBezTo>
                  <a:lnTo>
                    <a:pt x="0" y="40352"/>
                  </a:lnTo>
                  <a:cubicBezTo>
                    <a:pt x="0" y="29650"/>
                    <a:pt x="4251" y="19386"/>
                    <a:pt x="11819" y="11819"/>
                  </a:cubicBezTo>
                  <a:cubicBezTo>
                    <a:pt x="19386" y="4251"/>
                    <a:pt x="29650" y="0"/>
                    <a:pt x="40352" y="0"/>
                  </a:cubicBezTo>
                  <a:close/>
                </a:path>
              </a:pathLst>
            </a:custGeom>
            <a:gradFill>
              <a:gsLst>
                <a:gs pos="0">
                  <a:srgbClr val="FFAD2C"/>
                </a:gs>
                <a:gs pos="100000">
                  <a:srgbClr val="F9D44E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8"/>
            <p:cNvSpPr txBox="1"/>
            <p:nvPr/>
          </p:nvSpPr>
          <p:spPr>
            <a:xfrm>
              <a:off x="0" y="-47625"/>
              <a:ext cx="1276863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3" name="Google Shape;123;p8"/>
          <p:cNvGrpSpPr/>
          <p:nvPr/>
        </p:nvGrpSpPr>
        <p:grpSpPr>
          <a:xfrm>
            <a:off x="9478922" y="1081505"/>
            <a:ext cx="5755770" cy="3878575"/>
            <a:chOff x="0" y="-47625"/>
            <a:chExt cx="1276863" cy="860425"/>
          </a:xfrm>
        </p:grpSpPr>
        <p:sp>
          <p:nvSpPr>
            <p:cNvPr id="124" name="Google Shape;124;p8"/>
            <p:cNvSpPr/>
            <p:nvPr/>
          </p:nvSpPr>
          <p:spPr>
            <a:xfrm>
              <a:off x="0" y="0"/>
              <a:ext cx="1276863" cy="812800"/>
            </a:xfrm>
            <a:custGeom>
              <a:avLst/>
              <a:gdLst/>
              <a:ahLst/>
              <a:cxnLst/>
              <a:rect l="l" t="t" r="r" b="b"/>
              <a:pathLst>
                <a:path w="1276863" h="812800" extrusionOk="0">
                  <a:moveTo>
                    <a:pt x="40352" y="0"/>
                  </a:moveTo>
                  <a:lnTo>
                    <a:pt x="1236511" y="0"/>
                  </a:lnTo>
                  <a:cubicBezTo>
                    <a:pt x="1247213" y="0"/>
                    <a:pt x="1257476" y="4251"/>
                    <a:pt x="1265044" y="11819"/>
                  </a:cubicBezTo>
                  <a:cubicBezTo>
                    <a:pt x="1272611" y="19386"/>
                    <a:pt x="1276863" y="29650"/>
                    <a:pt x="1276863" y="40352"/>
                  </a:cubicBezTo>
                  <a:lnTo>
                    <a:pt x="1276863" y="772448"/>
                  </a:lnTo>
                  <a:cubicBezTo>
                    <a:pt x="1276863" y="794734"/>
                    <a:pt x="1258797" y="812800"/>
                    <a:pt x="1236511" y="812800"/>
                  </a:cubicBezTo>
                  <a:lnTo>
                    <a:pt x="40352" y="812800"/>
                  </a:lnTo>
                  <a:cubicBezTo>
                    <a:pt x="29650" y="812800"/>
                    <a:pt x="19386" y="808549"/>
                    <a:pt x="11819" y="800981"/>
                  </a:cubicBezTo>
                  <a:cubicBezTo>
                    <a:pt x="4251" y="793414"/>
                    <a:pt x="0" y="783150"/>
                    <a:pt x="0" y="772448"/>
                  </a:cubicBezTo>
                  <a:lnTo>
                    <a:pt x="0" y="40352"/>
                  </a:lnTo>
                  <a:cubicBezTo>
                    <a:pt x="0" y="29650"/>
                    <a:pt x="4251" y="19386"/>
                    <a:pt x="11819" y="11819"/>
                  </a:cubicBezTo>
                  <a:cubicBezTo>
                    <a:pt x="19386" y="4251"/>
                    <a:pt x="29650" y="0"/>
                    <a:pt x="40352" y="0"/>
                  </a:cubicBezTo>
                  <a:close/>
                </a:path>
              </a:pathLst>
            </a:custGeom>
            <a:gradFill>
              <a:gsLst>
                <a:gs pos="0">
                  <a:srgbClr val="B52C8B"/>
                </a:gs>
                <a:gs pos="100000">
                  <a:srgbClr val="DA5DA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8"/>
            <p:cNvSpPr txBox="1"/>
            <p:nvPr/>
          </p:nvSpPr>
          <p:spPr>
            <a:xfrm>
              <a:off x="0" y="-47625"/>
              <a:ext cx="1276863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6" name="Google Shape;126;p8"/>
          <p:cNvGrpSpPr/>
          <p:nvPr/>
        </p:nvGrpSpPr>
        <p:grpSpPr>
          <a:xfrm>
            <a:off x="3053308" y="5108447"/>
            <a:ext cx="5755770" cy="3878575"/>
            <a:chOff x="0" y="-47625"/>
            <a:chExt cx="1276863" cy="860425"/>
          </a:xfrm>
        </p:grpSpPr>
        <p:sp>
          <p:nvSpPr>
            <p:cNvPr id="127" name="Google Shape;127;p8"/>
            <p:cNvSpPr/>
            <p:nvPr/>
          </p:nvSpPr>
          <p:spPr>
            <a:xfrm>
              <a:off x="0" y="0"/>
              <a:ext cx="1276863" cy="812800"/>
            </a:xfrm>
            <a:custGeom>
              <a:avLst/>
              <a:gdLst/>
              <a:ahLst/>
              <a:cxnLst/>
              <a:rect l="l" t="t" r="r" b="b"/>
              <a:pathLst>
                <a:path w="1276863" h="812800" extrusionOk="0">
                  <a:moveTo>
                    <a:pt x="40352" y="0"/>
                  </a:moveTo>
                  <a:lnTo>
                    <a:pt x="1236511" y="0"/>
                  </a:lnTo>
                  <a:cubicBezTo>
                    <a:pt x="1247213" y="0"/>
                    <a:pt x="1257476" y="4251"/>
                    <a:pt x="1265044" y="11819"/>
                  </a:cubicBezTo>
                  <a:cubicBezTo>
                    <a:pt x="1272611" y="19386"/>
                    <a:pt x="1276863" y="29650"/>
                    <a:pt x="1276863" y="40352"/>
                  </a:cubicBezTo>
                  <a:lnTo>
                    <a:pt x="1276863" y="772448"/>
                  </a:lnTo>
                  <a:cubicBezTo>
                    <a:pt x="1276863" y="794734"/>
                    <a:pt x="1258797" y="812800"/>
                    <a:pt x="1236511" y="812800"/>
                  </a:cubicBezTo>
                  <a:lnTo>
                    <a:pt x="40352" y="812800"/>
                  </a:lnTo>
                  <a:cubicBezTo>
                    <a:pt x="29650" y="812800"/>
                    <a:pt x="19386" y="808549"/>
                    <a:pt x="11819" y="800981"/>
                  </a:cubicBezTo>
                  <a:cubicBezTo>
                    <a:pt x="4251" y="793414"/>
                    <a:pt x="0" y="783150"/>
                    <a:pt x="0" y="772448"/>
                  </a:cubicBezTo>
                  <a:lnTo>
                    <a:pt x="0" y="40352"/>
                  </a:lnTo>
                  <a:cubicBezTo>
                    <a:pt x="0" y="29650"/>
                    <a:pt x="4251" y="19386"/>
                    <a:pt x="11819" y="11819"/>
                  </a:cubicBezTo>
                  <a:cubicBezTo>
                    <a:pt x="19386" y="4251"/>
                    <a:pt x="29650" y="0"/>
                    <a:pt x="40352" y="0"/>
                  </a:cubicBezTo>
                  <a:close/>
                </a:path>
              </a:pathLst>
            </a:custGeom>
            <a:gradFill>
              <a:gsLst>
                <a:gs pos="0">
                  <a:srgbClr val="F14B23"/>
                </a:gs>
                <a:gs pos="100000">
                  <a:srgbClr val="F99A1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8"/>
            <p:cNvSpPr txBox="1"/>
            <p:nvPr/>
          </p:nvSpPr>
          <p:spPr>
            <a:xfrm>
              <a:off x="0" y="-47625"/>
              <a:ext cx="1276863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9" name="Google Shape;129;p8"/>
          <p:cNvGrpSpPr/>
          <p:nvPr/>
        </p:nvGrpSpPr>
        <p:grpSpPr>
          <a:xfrm>
            <a:off x="9478922" y="5108447"/>
            <a:ext cx="5755770" cy="3878575"/>
            <a:chOff x="0" y="-47625"/>
            <a:chExt cx="1276863" cy="860425"/>
          </a:xfrm>
        </p:grpSpPr>
        <p:sp>
          <p:nvSpPr>
            <p:cNvPr id="130" name="Google Shape;130;p8"/>
            <p:cNvSpPr/>
            <p:nvPr/>
          </p:nvSpPr>
          <p:spPr>
            <a:xfrm>
              <a:off x="0" y="0"/>
              <a:ext cx="1276863" cy="812800"/>
            </a:xfrm>
            <a:custGeom>
              <a:avLst/>
              <a:gdLst/>
              <a:ahLst/>
              <a:cxnLst/>
              <a:rect l="l" t="t" r="r" b="b"/>
              <a:pathLst>
                <a:path w="1276863" h="812800" extrusionOk="0">
                  <a:moveTo>
                    <a:pt x="40352" y="0"/>
                  </a:moveTo>
                  <a:lnTo>
                    <a:pt x="1236511" y="0"/>
                  </a:lnTo>
                  <a:cubicBezTo>
                    <a:pt x="1247213" y="0"/>
                    <a:pt x="1257476" y="4251"/>
                    <a:pt x="1265044" y="11819"/>
                  </a:cubicBezTo>
                  <a:cubicBezTo>
                    <a:pt x="1272611" y="19386"/>
                    <a:pt x="1276863" y="29650"/>
                    <a:pt x="1276863" y="40352"/>
                  </a:cubicBezTo>
                  <a:lnTo>
                    <a:pt x="1276863" y="772448"/>
                  </a:lnTo>
                  <a:cubicBezTo>
                    <a:pt x="1276863" y="794734"/>
                    <a:pt x="1258797" y="812800"/>
                    <a:pt x="1236511" y="812800"/>
                  </a:cubicBezTo>
                  <a:lnTo>
                    <a:pt x="40352" y="812800"/>
                  </a:lnTo>
                  <a:cubicBezTo>
                    <a:pt x="29650" y="812800"/>
                    <a:pt x="19386" y="808549"/>
                    <a:pt x="11819" y="800981"/>
                  </a:cubicBezTo>
                  <a:cubicBezTo>
                    <a:pt x="4251" y="793414"/>
                    <a:pt x="0" y="783150"/>
                    <a:pt x="0" y="772448"/>
                  </a:cubicBezTo>
                  <a:lnTo>
                    <a:pt x="0" y="40352"/>
                  </a:lnTo>
                  <a:cubicBezTo>
                    <a:pt x="0" y="29650"/>
                    <a:pt x="4251" y="19386"/>
                    <a:pt x="11819" y="11819"/>
                  </a:cubicBezTo>
                  <a:cubicBezTo>
                    <a:pt x="19386" y="4251"/>
                    <a:pt x="29650" y="0"/>
                    <a:pt x="40352" y="0"/>
                  </a:cubicBezTo>
                  <a:close/>
                </a:path>
              </a:pathLst>
            </a:custGeom>
            <a:gradFill>
              <a:gsLst>
                <a:gs pos="0">
                  <a:srgbClr val="12948A"/>
                </a:gs>
                <a:gs pos="100000">
                  <a:srgbClr val="4CBCB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8"/>
            <p:cNvSpPr txBox="1"/>
            <p:nvPr/>
          </p:nvSpPr>
          <p:spPr>
            <a:xfrm>
              <a:off x="0" y="-47625"/>
              <a:ext cx="1276863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2" name="Google Shape;132;p8"/>
          <p:cNvGrpSpPr/>
          <p:nvPr/>
        </p:nvGrpSpPr>
        <p:grpSpPr>
          <a:xfrm>
            <a:off x="2412494" y="655372"/>
            <a:ext cx="1281627" cy="1281627"/>
            <a:chOff x="0" y="0"/>
            <a:chExt cx="495300" cy="495300"/>
          </a:xfrm>
        </p:grpSpPr>
        <p:sp>
          <p:nvSpPr>
            <p:cNvPr id="133" name="Google Shape;133;p8"/>
            <p:cNvSpPr/>
            <p:nvPr/>
          </p:nvSpPr>
          <p:spPr>
            <a:xfrm>
              <a:off x="0" y="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 extrusionOk="0">
                  <a:moveTo>
                    <a:pt x="247650" y="0"/>
                  </a:moveTo>
                  <a:cubicBezTo>
                    <a:pt x="110490" y="0"/>
                    <a:pt x="0" y="110490"/>
                    <a:pt x="0" y="247650"/>
                  </a:cubicBezTo>
                  <a:cubicBezTo>
                    <a:pt x="0" y="384810"/>
                    <a:pt x="110490" y="495300"/>
                    <a:pt x="247650" y="495300"/>
                  </a:cubicBezTo>
                  <a:cubicBezTo>
                    <a:pt x="383540" y="495300"/>
                    <a:pt x="495300" y="384810"/>
                    <a:pt x="495300" y="247650"/>
                  </a:cubicBezTo>
                  <a:cubicBezTo>
                    <a:pt x="495300" y="110490"/>
                    <a:pt x="383540" y="0"/>
                    <a:pt x="247650" y="0"/>
                  </a:cubicBezTo>
                  <a:close/>
                  <a:moveTo>
                    <a:pt x="247650" y="457200"/>
                  </a:moveTo>
                  <a:cubicBezTo>
                    <a:pt x="132080" y="457200"/>
                    <a:pt x="38100" y="363220"/>
                    <a:pt x="38100" y="247650"/>
                  </a:cubicBezTo>
                  <a:cubicBezTo>
                    <a:pt x="38100" y="132080"/>
                    <a:pt x="132080" y="38100"/>
                    <a:pt x="247650" y="38100"/>
                  </a:cubicBezTo>
                  <a:cubicBezTo>
                    <a:pt x="363220" y="38100"/>
                    <a:pt x="457200" y="132080"/>
                    <a:pt x="457200" y="247650"/>
                  </a:cubicBezTo>
                  <a:cubicBezTo>
                    <a:pt x="457200" y="363220"/>
                    <a:pt x="363220" y="457200"/>
                    <a:pt x="247650" y="4572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8"/>
            <p:cNvSpPr/>
            <p:nvPr/>
          </p:nvSpPr>
          <p:spPr>
            <a:xfrm>
              <a:off x="38100" y="3810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 extrusionOk="0">
                  <a:moveTo>
                    <a:pt x="209550" y="0"/>
                  </a:moveTo>
                  <a:cubicBezTo>
                    <a:pt x="93980" y="0"/>
                    <a:pt x="0" y="93980"/>
                    <a:pt x="0" y="209550"/>
                  </a:cubicBezTo>
                  <a:cubicBezTo>
                    <a:pt x="0" y="325120"/>
                    <a:pt x="93980" y="419100"/>
                    <a:pt x="209550" y="419100"/>
                  </a:cubicBezTo>
                  <a:cubicBezTo>
                    <a:pt x="325120" y="419100"/>
                    <a:pt x="419100" y="325120"/>
                    <a:pt x="419100" y="209550"/>
                  </a:cubicBezTo>
                  <a:cubicBezTo>
                    <a:pt x="419100" y="93980"/>
                    <a:pt x="325120" y="0"/>
                    <a:pt x="209550" y="0"/>
                  </a:cubicBezTo>
                  <a:close/>
                </a:path>
              </a:pathLst>
            </a:custGeom>
            <a:gradFill>
              <a:gsLst>
                <a:gs pos="0">
                  <a:srgbClr val="FFAD2C"/>
                </a:gs>
                <a:gs pos="100000">
                  <a:srgbClr val="F9D44E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5" name="Google Shape;135;p8"/>
          <p:cNvSpPr txBox="1"/>
          <p:nvPr/>
        </p:nvSpPr>
        <p:spPr>
          <a:xfrm>
            <a:off x="2661391" y="958267"/>
            <a:ext cx="783834" cy="606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/>
          </a:p>
        </p:txBody>
      </p:sp>
      <p:grpSp>
        <p:nvGrpSpPr>
          <p:cNvPr id="136" name="Google Shape;136;p8"/>
          <p:cNvGrpSpPr/>
          <p:nvPr/>
        </p:nvGrpSpPr>
        <p:grpSpPr>
          <a:xfrm>
            <a:off x="14593879" y="662956"/>
            <a:ext cx="1281627" cy="1281627"/>
            <a:chOff x="0" y="0"/>
            <a:chExt cx="495300" cy="495300"/>
          </a:xfrm>
        </p:grpSpPr>
        <p:sp>
          <p:nvSpPr>
            <p:cNvPr id="137" name="Google Shape;137;p8"/>
            <p:cNvSpPr/>
            <p:nvPr/>
          </p:nvSpPr>
          <p:spPr>
            <a:xfrm>
              <a:off x="0" y="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 extrusionOk="0">
                  <a:moveTo>
                    <a:pt x="247650" y="0"/>
                  </a:moveTo>
                  <a:cubicBezTo>
                    <a:pt x="110490" y="0"/>
                    <a:pt x="0" y="110490"/>
                    <a:pt x="0" y="247650"/>
                  </a:cubicBezTo>
                  <a:cubicBezTo>
                    <a:pt x="0" y="384810"/>
                    <a:pt x="110490" y="495300"/>
                    <a:pt x="247650" y="495300"/>
                  </a:cubicBezTo>
                  <a:cubicBezTo>
                    <a:pt x="383540" y="495300"/>
                    <a:pt x="495300" y="384810"/>
                    <a:pt x="495300" y="247650"/>
                  </a:cubicBezTo>
                  <a:cubicBezTo>
                    <a:pt x="495300" y="110490"/>
                    <a:pt x="383540" y="0"/>
                    <a:pt x="247650" y="0"/>
                  </a:cubicBezTo>
                  <a:close/>
                  <a:moveTo>
                    <a:pt x="247650" y="457200"/>
                  </a:moveTo>
                  <a:cubicBezTo>
                    <a:pt x="132080" y="457200"/>
                    <a:pt x="38100" y="363220"/>
                    <a:pt x="38100" y="247650"/>
                  </a:cubicBezTo>
                  <a:cubicBezTo>
                    <a:pt x="38100" y="132080"/>
                    <a:pt x="132080" y="38100"/>
                    <a:pt x="247650" y="38100"/>
                  </a:cubicBezTo>
                  <a:cubicBezTo>
                    <a:pt x="363220" y="38100"/>
                    <a:pt x="457200" y="132080"/>
                    <a:pt x="457200" y="247650"/>
                  </a:cubicBezTo>
                  <a:cubicBezTo>
                    <a:pt x="457200" y="363220"/>
                    <a:pt x="363220" y="457200"/>
                    <a:pt x="247650" y="4572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8"/>
            <p:cNvSpPr/>
            <p:nvPr/>
          </p:nvSpPr>
          <p:spPr>
            <a:xfrm>
              <a:off x="38100" y="3810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 extrusionOk="0">
                  <a:moveTo>
                    <a:pt x="209550" y="0"/>
                  </a:moveTo>
                  <a:cubicBezTo>
                    <a:pt x="93980" y="0"/>
                    <a:pt x="0" y="93980"/>
                    <a:pt x="0" y="209550"/>
                  </a:cubicBezTo>
                  <a:cubicBezTo>
                    <a:pt x="0" y="325120"/>
                    <a:pt x="93980" y="419100"/>
                    <a:pt x="209550" y="419100"/>
                  </a:cubicBezTo>
                  <a:cubicBezTo>
                    <a:pt x="325120" y="419100"/>
                    <a:pt x="419100" y="325120"/>
                    <a:pt x="419100" y="209550"/>
                  </a:cubicBezTo>
                  <a:cubicBezTo>
                    <a:pt x="419100" y="93980"/>
                    <a:pt x="325120" y="0"/>
                    <a:pt x="209550" y="0"/>
                  </a:cubicBezTo>
                  <a:close/>
                </a:path>
              </a:pathLst>
            </a:custGeom>
            <a:gradFill>
              <a:gsLst>
                <a:gs pos="0">
                  <a:srgbClr val="B52C8B"/>
                </a:gs>
                <a:gs pos="100000">
                  <a:srgbClr val="DA5DA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" name="Google Shape;139;p8"/>
          <p:cNvSpPr txBox="1"/>
          <p:nvPr/>
        </p:nvSpPr>
        <p:spPr>
          <a:xfrm>
            <a:off x="14842775" y="965851"/>
            <a:ext cx="783834" cy="606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/>
          </a:p>
        </p:txBody>
      </p:sp>
      <p:grpSp>
        <p:nvGrpSpPr>
          <p:cNvPr id="140" name="Google Shape;140;p8"/>
          <p:cNvGrpSpPr/>
          <p:nvPr/>
        </p:nvGrpSpPr>
        <p:grpSpPr>
          <a:xfrm>
            <a:off x="2412494" y="8342417"/>
            <a:ext cx="1281627" cy="1281627"/>
            <a:chOff x="0" y="0"/>
            <a:chExt cx="495300" cy="495300"/>
          </a:xfrm>
        </p:grpSpPr>
        <p:sp>
          <p:nvSpPr>
            <p:cNvPr id="141" name="Google Shape;141;p8"/>
            <p:cNvSpPr/>
            <p:nvPr/>
          </p:nvSpPr>
          <p:spPr>
            <a:xfrm>
              <a:off x="0" y="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 extrusionOk="0">
                  <a:moveTo>
                    <a:pt x="247650" y="0"/>
                  </a:moveTo>
                  <a:cubicBezTo>
                    <a:pt x="110490" y="0"/>
                    <a:pt x="0" y="110490"/>
                    <a:pt x="0" y="247650"/>
                  </a:cubicBezTo>
                  <a:cubicBezTo>
                    <a:pt x="0" y="384810"/>
                    <a:pt x="110490" y="495300"/>
                    <a:pt x="247650" y="495300"/>
                  </a:cubicBezTo>
                  <a:cubicBezTo>
                    <a:pt x="383540" y="495300"/>
                    <a:pt x="495300" y="384810"/>
                    <a:pt x="495300" y="247650"/>
                  </a:cubicBezTo>
                  <a:cubicBezTo>
                    <a:pt x="495300" y="110490"/>
                    <a:pt x="383540" y="0"/>
                    <a:pt x="247650" y="0"/>
                  </a:cubicBezTo>
                  <a:close/>
                  <a:moveTo>
                    <a:pt x="247650" y="457200"/>
                  </a:moveTo>
                  <a:cubicBezTo>
                    <a:pt x="132080" y="457200"/>
                    <a:pt x="38100" y="363220"/>
                    <a:pt x="38100" y="247650"/>
                  </a:cubicBezTo>
                  <a:cubicBezTo>
                    <a:pt x="38100" y="132080"/>
                    <a:pt x="132080" y="38100"/>
                    <a:pt x="247650" y="38100"/>
                  </a:cubicBezTo>
                  <a:cubicBezTo>
                    <a:pt x="363220" y="38100"/>
                    <a:pt x="457200" y="132080"/>
                    <a:pt x="457200" y="247650"/>
                  </a:cubicBezTo>
                  <a:cubicBezTo>
                    <a:pt x="457200" y="363220"/>
                    <a:pt x="363220" y="457200"/>
                    <a:pt x="247650" y="4572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8"/>
            <p:cNvSpPr/>
            <p:nvPr/>
          </p:nvSpPr>
          <p:spPr>
            <a:xfrm>
              <a:off x="38100" y="3810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 extrusionOk="0">
                  <a:moveTo>
                    <a:pt x="209550" y="0"/>
                  </a:moveTo>
                  <a:cubicBezTo>
                    <a:pt x="93980" y="0"/>
                    <a:pt x="0" y="93980"/>
                    <a:pt x="0" y="209550"/>
                  </a:cubicBezTo>
                  <a:cubicBezTo>
                    <a:pt x="0" y="325120"/>
                    <a:pt x="93980" y="419100"/>
                    <a:pt x="209550" y="419100"/>
                  </a:cubicBezTo>
                  <a:cubicBezTo>
                    <a:pt x="325120" y="419100"/>
                    <a:pt x="419100" y="325120"/>
                    <a:pt x="419100" y="209550"/>
                  </a:cubicBezTo>
                  <a:cubicBezTo>
                    <a:pt x="419100" y="93980"/>
                    <a:pt x="325120" y="0"/>
                    <a:pt x="209550" y="0"/>
                  </a:cubicBezTo>
                  <a:close/>
                </a:path>
              </a:pathLst>
            </a:custGeom>
            <a:gradFill>
              <a:gsLst>
                <a:gs pos="0">
                  <a:srgbClr val="F14B23"/>
                </a:gs>
                <a:gs pos="100000">
                  <a:srgbClr val="F99A1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3" name="Google Shape;143;p8"/>
          <p:cNvSpPr txBox="1"/>
          <p:nvPr/>
        </p:nvSpPr>
        <p:spPr>
          <a:xfrm>
            <a:off x="2661391" y="8645311"/>
            <a:ext cx="783834" cy="606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/>
          </a:p>
        </p:txBody>
      </p:sp>
      <p:grpSp>
        <p:nvGrpSpPr>
          <p:cNvPr id="144" name="Google Shape;144;p8"/>
          <p:cNvGrpSpPr/>
          <p:nvPr/>
        </p:nvGrpSpPr>
        <p:grpSpPr>
          <a:xfrm>
            <a:off x="14593879" y="8350001"/>
            <a:ext cx="1281627" cy="1281627"/>
            <a:chOff x="0" y="0"/>
            <a:chExt cx="495300" cy="495300"/>
          </a:xfrm>
        </p:grpSpPr>
        <p:sp>
          <p:nvSpPr>
            <p:cNvPr id="145" name="Google Shape;145;p8"/>
            <p:cNvSpPr/>
            <p:nvPr/>
          </p:nvSpPr>
          <p:spPr>
            <a:xfrm>
              <a:off x="0" y="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 extrusionOk="0">
                  <a:moveTo>
                    <a:pt x="247650" y="0"/>
                  </a:moveTo>
                  <a:cubicBezTo>
                    <a:pt x="110490" y="0"/>
                    <a:pt x="0" y="110490"/>
                    <a:pt x="0" y="247650"/>
                  </a:cubicBezTo>
                  <a:cubicBezTo>
                    <a:pt x="0" y="384810"/>
                    <a:pt x="110490" y="495300"/>
                    <a:pt x="247650" y="495300"/>
                  </a:cubicBezTo>
                  <a:cubicBezTo>
                    <a:pt x="383540" y="495300"/>
                    <a:pt x="495300" y="384810"/>
                    <a:pt x="495300" y="247650"/>
                  </a:cubicBezTo>
                  <a:cubicBezTo>
                    <a:pt x="495300" y="110490"/>
                    <a:pt x="383540" y="0"/>
                    <a:pt x="247650" y="0"/>
                  </a:cubicBezTo>
                  <a:close/>
                  <a:moveTo>
                    <a:pt x="247650" y="457200"/>
                  </a:moveTo>
                  <a:cubicBezTo>
                    <a:pt x="132080" y="457200"/>
                    <a:pt x="38100" y="363220"/>
                    <a:pt x="38100" y="247650"/>
                  </a:cubicBezTo>
                  <a:cubicBezTo>
                    <a:pt x="38100" y="132080"/>
                    <a:pt x="132080" y="38100"/>
                    <a:pt x="247650" y="38100"/>
                  </a:cubicBezTo>
                  <a:cubicBezTo>
                    <a:pt x="363220" y="38100"/>
                    <a:pt x="457200" y="132080"/>
                    <a:pt x="457200" y="247650"/>
                  </a:cubicBezTo>
                  <a:cubicBezTo>
                    <a:pt x="457200" y="363220"/>
                    <a:pt x="363220" y="457200"/>
                    <a:pt x="247650" y="4572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8"/>
            <p:cNvSpPr/>
            <p:nvPr/>
          </p:nvSpPr>
          <p:spPr>
            <a:xfrm>
              <a:off x="38100" y="3810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 extrusionOk="0">
                  <a:moveTo>
                    <a:pt x="209550" y="0"/>
                  </a:moveTo>
                  <a:cubicBezTo>
                    <a:pt x="93980" y="0"/>
                    <a:pt x="0" y="93980"/>
                    <a:pt x="0" y="209550"/>
                  </a:cubicBezTo>
                  <a:cubicBezTo>
                    <a:pt x="0" y="325120"/>
                    <a:pt x="93980" y="419100"/>
                    <a:pt x="209550" y="419100"/>
                  </a:cubicBezTo>
                  <a:cubicBezTo>
                    <a:pt x="325120" y="419100"/>
                    <a:pt x="419100" y="325120"/>
                    <a:pt x="419100" y="209550"/>
                  </a:cubicBezTo>
                  <a:cubicBezTo>
                    <a:pt x="419100" y="93980"/>
                    <a:pt x="325120" y="0"/>
                    <a:pt x="209550" y="0"/>
                  </a:cubicBezTo>
                  <a:close/>
                </a:path>
              </a:pathLst>
            </a:custGeom>
            <a:gradFill>
              <a:gsLst>
                <a:gs pos="0">
                  <a:srgbClr val="12948A"/>
                </a:gs>
                <a:gs pos="100000">
                  <a:srgbClr val="4CBCB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7" name="Google Shape;147;p8"/>
          <p:cNvSpPr txBox="1"/>
          <p:nvPr/>
        </p:nvSpPr>
        <p:spPr>
          <a:xfrm>
            <a:off x="14842775" y="8652895"/>
            <a:ext cx="783834" cy="606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5578700" y="2322456"/>
            <a:ext cx="7130600" cy="5642087"/>
          </a:xfrm>
          <a:custGeom>
            <a:avLst/>
            <a:gdLst/>
            <a:ahLst/>
            <a:cxnLst/>
            <a:rect l="l" t="t" r="r" b="b"/>
            <a:pathLst>
              <a:path w="7130600" h="5642087" extrusionOk="0">
                <a:moveTo>
                  <a:pt x="0" y="0"/>
                </a:moveTo>
                <a:lnTo>
                  <a:pt x="7130600" y="0"/>
                </a:lnTo>
                <a:lnTo>
                  <a:pt x="7130600" y="5642088"/>
                </a:lnTo>
                <a:lnTo>
                  <a:pt x="0" y="56420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5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149" name="Google Shape;149;p8"/>
          <p:cNvGrpSpPr/>
          <p:nvPr/>
        </p:nvGrpSpPr>
        <p:grpSpPr>
          <a:xfrm>
            <a:off x="6809090" y="2808590"/>
            <a:ext cx="4669819" cy="4669819"/>
            <a:chOff x="0" y="0"/>
            <a:chExt cx="812800" cy="812800"/>
          </a:xfrm>
        </p:grpSpPr>
        <p:sp>
          <p:nvSpPr>
            <p:cNvPr id="150" name="Google Shape;150;p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2" name="Google Shape;152;p8"/>
          <p:cNvSpPr txBox="1"/>
          <p:nvPr/>
        </p:nvSpPr>
        <p:spPr>
          <a:xfrm>
            <a:off x="3722763" y="2200349"/>
            <a:ext cx="3114969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Download log for a range of days or the entire log from Active Health System Log page.</a:t>
            </a:r>
            <a:endParaRPr sz="2000" dirty="0"/>
          </a:p>
        </p:txBody>
      </p:sp>
      <p:sp>
        <p:nvSpPr>
          <p:cNvPr id="153" name="Google Shape;153;p8"/>
          <p:cNvSpPr txBox="1"/>
          <p:nvPr/>
        </p:nvSpPr>
        <p:spPr>
          <a:xfrm>
            <a:off x="3722763" y="1714119"/>
            <a:ext cx="3114969" cy="49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iLO</a:t>
            </a:r>
            <a:r>
              <a:rPr lang="en-US" sz="23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web Interface</a:t>
            </a:r>
            <a:endParaRPr dirty="0"/>
          </a:p>
        </p:txBody>
      </p:sp>
      <p:sp>
        <p:nvSpPr>
          <p:cNvPr id="154" name="Google Shape;154;p8"/>
          <p:cNvSpPr txBox="1"/>
          <p:nvPr/>
        </p:nvSpPr>
        <p:spPr>
          <a:xfrm>
            <a:off x="3734223" y="6248324"/>
            <a:ext cx="3114969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Download the log by using the </a:t>
            </a:r>
            <a:r>
              <a:rPr lang="en-US" sz="2000" dirty="0" err="1"/>
              <a:t>cURL</a:t>
            </a:r>
            <a:r>
              <a:rPr lang="en-US" sz="2000" dirty="0"/>
              <a:t> command-line tool</a:t>
            </a:r>
            <a:endParaRPr sz="2000" dirty="0"/>
          </a:p>
        </p:txBody>
      </p:sp>
      <p:sp>
        <p:nvSpPr>
          <p:cNvPr id="155" name="Google Shape;155;p8"/>
          <p:cNvSpPr txBox="1"/>
          <p:nvPr/>
        </p:nvSpPr>
        <p:spPr>
          <a:xfrm>
            <a:off x="3734223" y="5762094"/>
            <a:ext cx="3114969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IN" sz="2400" dirty="0" err="1"/>
              <a:t>cURL</a:t>
            </a:r>
            <a:r>
              <a:rPr lang="en-IN" sz="2400" dirty="0"/>
              <a:t> utility</a:t>
            </a:r>
            <a:endParaRPr dirty="0"/>
          </a:p>
        </p:txBody>
      </p:sp>
      <p:sp>
        <p:nvSpPr>
          <p:cNvPr id="156" name="Google Shape;156;p8"/>
          <p:cNvSpPr txBox="1"/>
          <p:nvPr/>
        </p:nvSpPr>
        <p:spPr>
          <a:xfrm>
            <a:off x="11048276" y="2252607"/>
            <a:ext cx="3552765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Download the log by connecting a USB flash drive to the </a:t>
            </a:r>
            <a:r>
              <a:rPr lang="en-US" sz="2000" dirty="0" err="1"/>
              <a:t>iLO</a:t>
            </a:r>
            <a:r>
              <a:rPr lang="en-US" sz="2000" dirty="0"/>
              <a:t> Service Port on the front of the server</a:t>
            </a:r>
            <a:endParaRPr sz="2000" dirty="0"/>
          </a:p>
        </p:txBody>
      </p:sp>
      <p:sp>
        <p:nvSpPr>
          <p:cNvPr id="157" name="Google Shape;157;p8"/>
          <p:cNvSpPr txBox="1"/>
          <p:nvPr/>
        </p:nvSpPr>
        <p:spPr>
          <a:xfrm>
            <a:off x="11486072" y="1766377"/>
            <a:ext cx="3114969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r">
              <a:lnSpc>
                <a:spcPct val="140000"/>
              </a:lnSpc>
            </a:pPr>
            <a:r>
              <a:rPr lang="en-IN" sz="2400" dirty="0" err="1"/>
              <a:t>iLO</a:t>
            </a:r>
            <a:r>
              <a:rPr lang="en-IN" sz="2400" dirty="0"/>
              <a:t> Service Port</a:t>
            </a:r>
            <a:endParaRPr dirty="0"/>
          </a:p>
        </p:txBody>
      </p:sp>
      <p:sp>
        <p:nvSpPr>
          <p:cNvPr id="159" name="Google Shape;159;p8"/>
          <p:cNvSpPr txBox="1"/>
          <p:nvPr/>
        </p:nvSpPr>
        <p:spPr>
          <a:xfrm>
            <a:off x="11486072" y="5862608"/>
            <a:ext cx="3114969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r">
              <a:lnSpc>
                <a:spcPct val="140000"/>
              </a:lnSpc>
            </a:pPr>
            <a:r>
              <a:rPr lang="en-US" sz="2400" dirty="0" err="1"/>
              <a:t>iLO</a:t>
            </a:r>
            <a:r>
              <a:rPr lang="en-US" sz="2400" dirty="0"/>
              <a:t> RESTful API and RESTful Interface Tool</a:t>
            </a:r>
            <a:endParaRPr dirty="0"/>
          </a:p>
        </p:txBody>
      </p:sp>
      <p:sp>
        <p:nvSpPr>
          <p:cNvPr id="160" name="Google Shape;160;p8"/>
          <p:cNvSpPr txBox="1"/>
          <p:nvPr/>
        </p:nvSpPr>
        <p:spPr>
          <a:xfrm>
            <a:off x="6801927" y="4326912"/>
            <a:ext cx="4684200" cy="1184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System Log Download Methods</a:t>
            </a:r>
            <a:endParaRPr sz="35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EE5CEB-C83A-4174-8CEB-7BF30F633594}"/>
              </a:ext>
            </a:extLst>
          </p:cNvPr>
          <p:cNvSpPr/>
          <p:nvPr/>
        </p:nvSpPr>
        <p:spPr>
          <a:xfrm>
            <a:off x="10961958" y="6935751"/>
            <a:ext cx="36583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For more information, see </a:t>
            </a:r>
            <a:r>
              <a:rPr lang="en-US" sz="2000" dirty="0">
                <a:hlinkClick r:id="rId4"/>
              </a:rPr>
              <a:t>Link</a:t>
            </a:r>
            <a:endParaRPr lang="en-IN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"/>
          <p:cNvSpPr/>
          <p:nvPr/>
        </p:nvSpPr>
        <p:spPr>
          <a:xfrm>
            <a:off x="1179460" y="4566600"/>
            <a:ext cx="3329876" cy="1664938"/>
          </a:xfrm>
          <a:custGeom>
            <a:avLst/>
            <a:gdLst/>
            <a:ahLst/>
            <a:cxnLst/>
            <a:rect l="l" t="t" r="r" b="b"/>
            <a:pathLst>
              <a:path w="3329876" h="1664938" extrusionOk="0">
                <a:moveTo>
                  <a:pt x="0" y="0"/>
                </a:moveTo>
                <a:lnTo>
                  <a:pt x="3329876" y="0"/>
                </a:lnTo>
                <a:lnTo>
                  <a:pt x="3329876" y="1664938"/>
                </a:lnTo>
                <a:lnTo>
                  <a:pt x="0" y="16649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6" name="Google Shape;166;p9"/>
          <p:cNvSpPr/>
          <p:nvPr/>
        </p:nvSpPr>
        <p:spPr>
          <a:xfrm rot="10800000">
            <a:off x="4325635" y="6134255"/>
            <a:ext cx="3329876" cy="1664938"/>
          </a:xfrm>
          <a:custGeom>
            <a:avLst/>
            <a:gdLst/>
            <a:ahLst/>
            <a:cxnLst/>
            <a:rect l="l" t="t" r="r" b="b"/>
            <a:pathLst>
              <a:path w="3329876" h="1664938" extrusionOk="0">
                <a:moveTo>
                  <a:pt x="0" y="0"/>
                </a:moveTo>
                <a:lnTo>
                  <a:pt x="3329876" y="0"/>
                </a:lnTo>
                <a:lnTo>
                  <a:pt x="3329876" y="1664938"/>
                </a:lnTo>
                <a:lnTo>
                  <a:pt x="0" y="16649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7" name="Google Shape;167;p9"/>
          <p:cNvSpPr/>
          <p:nvPr/>
        </p:nvSpPr>
        <p:spPr>
          <a:xfrm>
            <a:off x="7474091" y="4566600"/>
            <a:ext cx="3343241" cy="1671621"/>
          </a:xfrm>
          <a:custGeom>
            <a:avLst/>
            <a:gdLst/>
            <a:ahLst/>
            <a:cxnLst/>
            <a:rect l="l" t="t" r="r" b="b"/>
            <a:pathLst>
              <a:path w="3343241" h="1671621" extrusionOk="0">
                <a:moveTo>
                  <a:pt x="0" y="0"/>
                </a:moveTo>
                <a:lnTo>
                  <a:pt x="3343241" y="0"/>
                </a:lnTo>
                <a:lnTo>
                  <a:pt x="3343241" y="1671620"/>
                </a:lnTo>
                <a:lnTo>
                  <a:pt x="0" y="16716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8" name="Google Shape;168;p9"/>
          <p:cNvSpPr/>
          <p:nvPr/>
        </p:nvSpPr>
        <p:spPr>
          <a:xfrm rot="10800000">
            <a:off x="10629702" y="6224855"/>
            <a:ext cx="3329876" cy="1664938"/>
          </a:xfrm>
          <a:custGeom>
            <a:avLst/>
            <a:gdLst/>
            <a:ahLst/>
            <a:cxnLst/>
            <a:rect l="l" t="t" r="r" b="b"/>
            <a:pathLst>
              <a:path w="3329876" h="1664938" extrusionOk="0">
                <a:moveTo>
                  <a:pt x="0" y="0"/>
                </a:moveTo>
                <a:lnTo>
                  <a:pt x="3329876" y="0"/>
                </a:lnTo>
                <a:lnTo>
                  <a:pt x="3329876" y="1664939"/>
                </a:lnTo>
                <a:lnTo>
                  <a:pt x="0" y="16649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9" name="Google Shape;169;p9"/>
          <p:cNvSpPr/>
          <p:nvPr/>
        </p:nvSpPr>
        <p:spPr>
          <a:xfrm>
            <a:off x="13778664" y="4573282"/>
            <a:ext cx="3329876" cy="1664938"/>
          </a:xfrm>
          <a:custGeom>
            <a:avLst/>
            <a:gdLst/>
            <a:ahLst/>
            <a:cxnLst/>
            <a:rect l="l" t="t" r="r" b="b"/>
            <a:pathLst>
              <a:path w="3329876" h="1664938" extrusionOk="0">
                <a:moveTo>
                  <a:pt x="0" y="0"/>
                </a:moveTo>
                <a:lnTo>
                  <a:pt x="3329876" y="0"/>
                </a:lnTo>
                <a:lnTo>
                  <a:pt x="3329876" y="1664938"/>
                </a:lnTo>
                <a:lnTo>
                  <a:pt x="0" y="16649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70" name="Google Shape;170;p9"/>
          <p:cNvGrpSpPr/>
          <p:nvPr/>
        </p:nvGrpSpPr>
        <p:grpSpPr>
          <a:xfrm>
            <a:off x="1759408" y="5051167"/>
            <a:ext cx="2166177" cy="2166177"/>
            <a:chOff x="0" y="0"/>
            <a:chExt cx="812800" cy="812800"/>
          </a:xfrm>
        </p:grpSpPr>
        <p:sp>
          <p:nvSpPr>
            <p:cNvPr id="171" name="Google Shape;171;p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FFAA29"/>
                </a:gs>
                <a:gs pos="100000">
                  <a:srgbClr val="F8D54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9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999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</a:t>
              </a:r>
              <a:endParaRPr/>
            </a:p>
          </p:txBody>
        </p:sp>
      </p:grpSp>
      <p:grpSp>
        <p:nvGrpSpPr>
          <p:cNvPr id="173" name="Google Shape;173;p9"/>
          <p:cNvGrpSpPr/>
          <p:nvPr/>
        </p:nvGrpSpPr>
        <p:grpSpPr>
          <a:xfrm>
            <a:off x="4917389" y="5051167"/>
            <a:ext cx="2166177" cy="2166177"/>
            <a:chOff x="0" y="0"/>
            <a:chExt cx="812800" cy="812800"/>
          </a:xfrm>
        </p:grpSpPr>
        <p:sp>
          <p:nvSpPr>
            <p:cNvPr id="174" name="Google Shape;174;p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F14B23"/>
                </a:gs>
                <a:gs pos="100000">
                  <a:srgbClr val="F99A1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9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999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</a:t>
              </a:r>
              <a:endParaRPr/>
            </a:p>
          </p:txBody>
        </p:sp>
      </p:grpSp>
      <p:grpSp>
        <p:nvGrpSpPr>
          <p:cNvPr id="176" name="Google Shape;176;p9"/>
          <p:cNvGrpSpPr/>
          <p:nvPr/>
        </p:nvGrpSpPr>
        <p:grpSpPr>
          <a:xfrm>
            <a:off x="8046036" y="5051167"/>
            <a:ext cx="2166177" cy="2166177"/>
            <a:chOff x="0" y="0"/>
            <a:chExt cx="812800" cy="812800"/>
          </a:xfrm>
        </p:grpSpPr>
        <p:sp>
          <p:nvSpPr>
            <p:cNvPr id="177" name="Google Shape;177;p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B4298B"/>
                </a:gs>
                <a:gs pos="100000">
                  <a:srgbClr val="DD61A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9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999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</a:t>
              </a:r>
              <a:endParaRPr/>
            </a:p>
          </p:txBody>
        </p:sp>
      </p:grpSp>
      <p:grpSp>
        <p:nvGrpSpPr>
          <p:cNvPr id="179" name="Google Shape;179;p9"/>
          <p:cNvGrpSpPr/>
          <p:nvPr/>
        </p:nvGrpSpPr>
        <p:grpSpPr>
          <a:xfrm>
            <a:off x="11207857" y="5051167"/>
            <a:ext cx="2166177" cy="2166177"/>
            <a:chOff x="0" y="0"/>
            <a:chExt cx="812800" cy="812800"/>
          </a:xfrm>
        </p:grpSpPr>
        <p:sp>
          <p:nvSpPr>
            <p:cNvPr id="180" name="Google Shape;180;p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12948A"/>
                </a:gs>
                <a:gs pos="100000">
                  <a:srgbClr val="4CBCB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9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999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4</a:t>
              </a:r>
              <a:endParaRPr/>
            </a:p>
          </p:txBody>
        </p:sp>
      </p:grpSp>
      <p:grpSp>
        <p:nvGrpSpPr>
          <p:cNvPr id="182" name="Google Shape;182;p9"/>
          <p:cNvGrpSpPr/>
          <p:nvPr/>
        </p:nvGrpSpPr>
        <p:grpSpPr>
          <a:xfrm>
            <a:off x="14350103" y="5051167"/>
            <a:ext cx="2166177" cy="2166177"/>
            <a:chOff x="0" y="0"/>
            <a:chExt cx="812800" cy="812800"/>
          </a:xfrm>
        </p:grpSpPr>
        <p:sp>
          <p:nvSpPr>
            <p:cNvPr id="183" name="Google Shape;183;p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76C044"/>
                </a:gs>
                <a:gs pos="100000">
                  <a:srgbClr val="CADC3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9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999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5</a:t>
              </a:r>
              <a:endParaRPr/>
            </a:p>
          </p:txBody>
        </p:sp>
      </p:grpSp>
      <p:sp>
        <p:nvSpPr>
          <p:cNvPr id="185" name="Google Shape;185;p9"/>
          <p:cNvSpPr txBox="1"/>
          <p:nvPr/>
        </p:nvSpPr>
        <p:spPr>
          <a:xfrm>
            <a:off x="1470254" y="1085850"/>
            <a:ext cx="15350916" cy="84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99" b="1" i="0" u="none" strike="noStrike" cap="none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PROCESS SMARTART INFOGRAPHIC</a:t>
            </a:r>
            <a:endParaRPr/>
          </a:p>
        </p:txBody>
      </p:sp>
      <p:sp>
        <p:nvSpPr>
          <p:cNvPr id="186" name="Google Shape;186;p9"/>
          <p:cNvSpPr txBox="1"/>
          <p:nvPr/>
        </p:nvSpPr>
        <p:spPr>
          <a:xfrm>
            <a:off x="1793066" y="7526593"/>
            <a:ext cx="20988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Lorem ipsum dolor sit amet, consectetur adipiscing.</a:t>
            </a:r>
            <a:endParaRPr/>
          </a:p>
        </p:txBody>
      </p:sp>
      <p:sp>
        <p:nvSpPr>
          <p:cNvPr id="187" name="Google Shape;187;p9"/>
          <p:cNvSpPr txBox="1"/>
          <p:nvPr/>
        </p:nvSpPr>
        <p:spPr>
          <a:xfrm>
            <a:off x="4951047" y="3316920"/>
            <a:ext cx="20988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Lorem ipsum dolor sit amet, consectetur adipiscing.</a:t>
            </a:r>
            <a:endParaRPr/>
          </a:p>
        </p:txBody>
      </p:sp>
      <p:sp>
        <p:nvSpPr>
          <p:cNvPr id="188" name="Google Shape;188;p9"/>
          <p:cNvSpPr txBox="1"/>
          <p:nvPr/>
        </p:nvSpPr>
        <p:spPr>
          <a:xfrm>
            <a:off x="8096281" y="7526593"/>
            <a:ext cx="20988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Lorem ipsum dolor sit amet, consectetur adipiscing.</a:t>
            </a:r>
            <a:endParaRPr/>
          </a:p>
        </p:txBody>
      </p:sp>
      <p:sp>
        <p:nvSpPr>
          <p:cNvPr id="189" name="Google Shape;189;p9"/>
          <p:cNvSpPr txBox="1"/>
          <p:nvPr/>
        </p:nvSpPr>
        <p:spPr>
          <a:xfrm>
            <a:off x="11245210" y="3316920"/>
            <a:ext cx="20988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Lorem ipsum dolor sit amet, consectetur adipiscing.</a:t>
            </a:r>
            <a:endParaRPr/>
          </a:p>
        </p:txBody>
      </p:sp>
      <p:sp>
        <p:nvSpPr>
          <p:cNvPr id="190" name="Google Shape;190;p9"/>
          <p:cNvSpPr txBox="1"/>
          <p:nvPr/>
        </p:nvSpPr>
        <p:spPr>
          <a:xfrm>
            <a:off x="14383761" y="7526593"/>
            <a:ext cx="20988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Lorem ipsum dolor sit amet, consectetur adipiscing.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" name="Google Shape;195;p10"/>
          <p:cNvGrpSpPr/>
          <p:nvPr/>
        </p:nvGrpSpPr>
        <p:grpSpPr>
          <a:xfrm>
            <a:off x="9462191" y="810560"/>
            <a:ext cx="3086100" cy="1634886"/>
            <a:chOff x="0" y="-47625"/>
            <a:chExt cx="812800" cy="430587"/>
          </a:xfrm>
        </p:grpSpPr>
        <p:sp>
          <p:nvSpPr>
            <p:cNvPr id="196" name="Google Shape;196;p10"/>
            <p:cNvSpPr/>
            <p:nvPr/>
          </p:nvSpPr>
          <p:spPr>
            <a:xfrm>
              <a:off x="0" y="0"/>
              <a:ext cx="812800" cy="382962"/>
            </a:xfrm>
            <a:custGeom>
              <a:avLst/>
              <a:gdLst/>
              <a:ahLst/>
              <a:cxnLst/>
              <a:rect l="l" t="t" r="r" b="b"/>
              <a:pathLst>
                <a:path w="812800" h="382962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382962"/>
                  </a:lnTo>
                  <a:lnTo>
                    <a:pt x="0" y="382962"/>
                  </a:lnTo>
                  <a:close/>
                </a:path>
              </a:pathLst>
            </a:custGeom>
            <a:gradFill>
              <a:gsLst>
                <a:gs pos="0">
                  <a:srgbClr val="76C044"/>
                </a:gs>
                <a:gs pos="100000">
                  <a:srgbClr val="CADC30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97" name="Google Shape;197;p10"/>
            <p:cNvSpPr txBox="1"/>
            <p:nvPr/>
          </p:nvSpPr>
          <p:spPr>
            <a:xfrm>
              <a:off x="0" y="-47625"/>
              <a:ext cx="812800" cy="4305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0" tIns="254000" rIns="254000" bIns="2540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Main Idea</a:t>
              </a:r>
              <a:endParaRPr/>
            </a:p>
          </p:txBody>
        </p:sp>
      </p:grpSp>
      <p:grpSp>
        <p:nvGrpSpPr>
          <p:cNvPr id="198" name="Google Shape;198;p10"/>
          <p:cNvGrpSpPr/>
          <p:nvPr/>
        </p:nvGrpSpPr>
        <p:grpSpPr>
          <a:xfrm>
            <a:off x="8514065" y="852124"/>
            <a:ext cx="852876" cy="1634886"/>
            <a:chOff x="0" y="-47625"/>
            <a:chExt cx="224626" cy="430587"/>
          </a:xfrm>
        </p:grpSpPr>
        <p:sp>
          <p:nvSpPr>
            <p:cNvPr id="199" name="Google Shape;199;p10"/>
            <p:cNvSpPr/>
            <p:nvPr/>
          </p:nvSpPr>
          <p:spPr>
            <a:xfrm>
              <a:off x="0" y="0"/>
              <a:ext cx="224626" cy="382962"/>
            </a:xfrm>
            <a:custGeom>
              <a:avLst/>
              <a:gdLst/>
              <a:ahLst/>
              <a:cxnLst/>
              <a:rect l="l" t="t" r="r" b="b"/>
              <a:pathLst>
                <a:path w="224626" h="382962" extrusionOk="0">
                  <a:moveTo>
                    <a:pt x="0" y="0"/>
                  </a:moveTo>
                  <a:lnTo>
                    <a:pt x="224626" y="0"/>
                  </a:lnTo>
                  <a:lnTo>
                    <a:pt x="224626" y="382962"/>
                  </a:lnTo>
                  <a:lnTo>
                    <a:pt x="0" y="382962"/>
                  </a:lnTo>
                  <a:close/>
                </a:path>
              </a:pathLst>
            </a:custGeom>
            <a:solidFill>
              <a:srgbClr val="76C045"/>
            </a:solidFill>
            <a:ln>
              <a:noFill/>
            </a:ln>
          </p:spPr>
        </p:sp>
        <p:sp>
          <p:nvSpPr>
            <p:cNvPr id="200" name="Google Shape;200;p10"/>
            <p:cNvSpPr txBox="1"/>
            <p:nvPr/>
          </p:nvSpPr>
          <p:spPr>
            <a:xfrm>
              <a:off x="0" y="-47625"/>
              <a:ext cx="224626" cy="4305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05</a:t>
              </a:r>
              <a:endParaRPr/>
            </a:p>
          </p:txBody>
        </p:sp>
      </p:grpSp>
      <p:sp>
        <p:nvSpPr>
          <p:cNvPr id="201" name="Google Shape;201;p10"/>
          <p:cNvSpPr txBox="1"/>
          <p:nvPr/>
        </p:nvSpPr>
        <p:spPr>
          <a:xfrm>
            <a:off x="12989266" y="1426605"/>
            <a:ext cx="4213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Lorem ipsum dolor sit amet, consectetur adipiscing.</a:t>
            </a:r>
            <a:endParaRPr/>
          </a:p>
        </p:txBody>
      </p:sp>
      <p:sp>
        <p:nvSpPr>
          <p:cNvPr id="202" name="Google Shape;202;p10"/>
          <p:cNvSpPr txBox="1"/>
          <p:nvPr/>
        </p:nvSpPr>
        <p:spPr>
          <a:xfrm>
            <a:off x="11468414" y="3043227"/>
            <a:ext cx="42132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Lorem ipsum dolor sit amet, consectetur adipiscing.</a:t>
            </a:r>
            <a:endParaRPr/>
          </a:p>
        </p:txBody>
      </p:sp>
      <p:sp>
        <p:nvSpPr>
          <p:cNvPr id="203" name="Google Shape;203;p10"/>
          <p:cNvSpPr txBox="1"/>
          <p:nvPr/>
        </p:nvSpPr>
        <p:spPr>
          <a:xfrm>
            <a:off x="9789579" y="4761920"/>
            <a:ext cx="42132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Lorem ipsum dolor sit amet, consectetur adipiscing.</a:t>
            </a:r>
            <a:endParaRPr/>
          </a:p>
        </p:txBody>
      </p:sp>
      <p:sp>
        <p:nvSpPr>
          <p:cNvPr id="204" name="Google Shape;204;p10"/>
          <p:cNvSpPr txBox="1"/>
          <p:nvPr/>
        </p:nvSpPr>
        <p:spPr>
          <a:xfrm>
            <a:off x="8335175" y="6444580"/>
            <a:ext cx="42132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Lorem ipsum dolor sit amet, consectetur adipiscing.</a:t>
            </a:r>
            <a:endParaRPr/>
          </a:p>
        </p:txBody>
      </p:sp>
      <p:sp>
        <p:nvSpPr>
          <p:cNvPr id="205" name="Google Shape;205;p10"/>
          <p:cNvSpPr txBox="1"/>
          <p:nvPr/>
        </p:nvSpPr>
        <p:spPr>
          <a:xfrm>
            <a:off x="6749805" y="8137615"/>
            <a:ext cx="42132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Lorem ipsum dolor sit amet, consectetur adipiscing.</a:t>
            </a:r>
            <a:endParaRPr/>
          </a:p>
        </p:txBody>
      </p:sp>
      <p:grpSp>
        <p:nvGrpSpPr>
          <p:cNvPr id="206" name="Google Shape;206;p10"/>
          <p:cNvGrpSpPr/>
          <p:nvPr/>
        </p:nvGrpSpPr>
        <p:grpSpPr>
          <a:xfrm>
            <a:off x="7876820" y="2546009"/>
            <a:ext cx="3086100" cy="1634886"/>
            <a:chOff x="0" y="-47625"/>
            <a:chExt cx="812800" cy="430587"/>
          </a:xfrm>
        </p:grpSpPr>
        <p:sp>
          <p:nvSpPr>
            <p:cNvPr id="207" name="Google Shape;207;p10"/>
            <p:cNvSpPr/>
            <p:nvPr/>
          </p:nvSpPr>
          <p:spPr>
            <a:xfrm>
              <a:off x="0" y="0"/>
              <a:ext cx="812800" cy="382962"/>
            </a:xfrm>
            <a:custGeom>
              <a:avLst/>
              <a:gdLst/>
              <a:ahLst/>
              <a:cxnLst/>
              <a:rect l="l" t="t" r="r" b="b"/>
              <a:pathLst>
                <a:path w="812800" h="382962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382962"/>
                  </a:lnTo>
                  <a:lnTo>
                    <a:pt x="0" y="382962"/>
                  </a:lnTo>
                  <a:close/>
                </a:path>
              </a:pathLst>
            </a:custGeom>
            <a:gradFill>
              <a:gsLst>
                <a:gs pos="0">
                  <a:srgbClr val="12948A"/>
                </a:gs>
                <a:gs pos="100000">
                  <a:srgbClr val="4CBCB0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208" name="Google Shape;208;p10"/>
            <p:cNvSpPr txBox="1"/>
            <p:nvPr/>
          </p:nvSpPr>
          <p:spPr>
            <a:xfrm>
              <a:off x="0" y="-47625"/>
              <a:ext cx="812800" cy="4305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0" tIns="254000" rIns="254000" bIns="2540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Main Idea</a:t>
              </a:r>
              <a:endParaRPr/>
            </a:p>
          </p:txBody>
        </p:sp>
      </p:grpSp>
      <p:grpSp>
        <p:nvGrpSpPr>
          <p:cNvPr id="209" name="Google Shape;209;p10"/>
          <p:cNvGrpSpPr/>
          <p:nvPr/>
        </p:nvGrpSpPr>
        <p:grpSpPr>
          <a:xfrm>
            <a:off x="6928695" y="2508780"/>
            <a:ext cx="852876" cy="1671052"/>
            <a:chOff x="0" y="-57150"/>
            <a:chExt cx="224626" cy="440112"/>
          </a:xfrm>
        </p:grpSpPr>
        <p:sp>
          <p:nvSpPr>
            <p:cNvPr id="210" name="Google Shape;210;p10"/>
            <p:cNvSpPr/>
            <p:nvPr/>
          </p:nvSpPr>
          <p:spPr>
            <a:xfrm>
              <a:off x="0" y="0"/>
              <a:ext cx="224626" cy="382962"/>
            </a:xfrm>
            <a:custGeom>
              <a:avLst/>
              <a:gdLst/>
              <a:ahLst/>
              <a:cxnLst/>
              <a:rect l="l" t="t" r="r" b="b"/>
              <a:pathLst>
                <a:path w="224626" h="382962" extrusionOk="0">
                  <a:moveTo>
                    <a:pt x="0" y="0"/>
                  </a:moveTo>
                  <a:lnTo>
                    <a:pt x="224626" y="0"/>
                  </a:lnTo>
                  <a:lnTo>
                    <a:pt x="224626" y="382962"/>
                  </a:lnTo>
                  <a:lnTo>
                    <a:pt x="0" y="382962"/>
                  </a:lnTo>
                  <a:close/>
                </a:path>
              </a:pathLst>
            </a:custGeom>
            <a:solidFill>
              <a:srgbClr val="4CA19A"/>
            </a:solidFill>
            <a:ln>
              <a:noFill/>
            </a:ln>
          </p:spPr>
        </p:sp>
        <p:sp>
          <p:nvSpPr>
            <p:cNvPr id="211" name="Google Shape;211;p10"/>
            <p:cNvSpPr txBox="1"/>
            <p:nvPr/>
          </p:nvSpPr>
          <p:spPr>
            <a:xfrm>
              <a:off x="0" y="-57150"/>
              <a:ext cx="224626" cy="4401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04</a:t>
              </a:r>
              <a:endParaRPr/>
            </a:p>
          </p:txBody>
        </p:sp>
      </p:grpSp>
      <p:grpSp>
        <p:nvGrpSpPr>
          <p:cNvPr id="212" name="Google Shape;212;p10"/>
          <p:cNvGrpSpPr/>
          <p:nvPr/>
        </p:nvGrpSpPr>
        <p:grpSpPr>
          <a:xfrm>
            <a:off x="6291450" y="4238194"/>
            <a:ext cx="3086100" cy="1634886"/>
            <a:chOff x="0" y="-47625"/>
            <a:chExt cx="812800" cy="430587"/>
          </a:xfrm>
        </p:grpSpPr>
        <p:sp>
          <p:nvSpPr>
            <p:cNvPr id="213" name="Google Shape;213;p10"/>
            <p:cNvSpPr/>
            <p:nvPr/>
          </p:nvSpPr>
          <p:spPr>
            <a:xfrm>
              <a:off x="0" y="0"/>
              <a:ext cx="812800" cy="382962"/>
            </a:xfrm>
            <a:custGeom>
              <a:avLst/>
              <a:gdLst/>
              <a:ahLst/>
              <a:cxnLst/>
              <a:rect l="l" t="t" r="r" b="b"/>
              <a:pathLst>
                <a:path w="812800" h="382962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382962"/>
                  </a:lnTo>
                  <a:lnTo>
                    <a:pt x="0" y="382962"/>
                  </a:lnTo>
                  <a:close/>
                </a:path>
              </a:pathLst>
            </a:custGeom>
            <a:gradFill>
              <a:gsLst>
                <a:gs pos="0">
                  <a:srgbClr val="B4298B"/>
                </a:gs>
                <a:gs pos="100000">
                  <a:srgbClr val="DD61A2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214" name="Google Shape;214;p10"/>
            <p:cNvSpPr txBox="1"/>
            <p:nvPr/>
          </p:nvSpPr>
          <p:spPr>
            <a:xfrm>
              <a:off x="0" y="-47625"/>
              <a:ext cx="812800" cy="4305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0" tIns="254000" rIns="254000" bIns="2540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Main Idea</a:t>
              </a:r>
              <a:endParaRPr/>
            </a:p>
          </p:txBody>
        </p:sp>
      </p:grpSp>
      <p:grpSp>
        <p:nvGrpSpPr>
          <p:cNvPr id="215" name="Google Shape;215;p10"/>
          <p:cNvGrpSpPr/>
          <p:nvPr/>
        </p:nvGrpSpPr>
        <p:grpSpPr>
          <a:xfrm>
            <a:off x="5343325" y="4201603"/>
            <a:ext cx="852876" cy="1671052"/>
            <a:chOff x="0" y="-57150"/>
            <a:chExt cx="224626" cy="440112"/>
          </a:xfrm>
        </p:grpSpPr>
        <p:sp>
          <p:nvSpPr>
            <p:cNvPr id="216" name="Google Shape;216;p10"/>
            <p:cNvSpPr/>
            <p:nvPr/>
          </p:nvSpPr>
          <p:spPr>
            <a:xfrm>
              <a:off x="0" y="0"/>
              <a:ext cx="224626" cy="382962"/>
            </a:xfrm>
            <a:custGeom>
              <a:avLst/>
              <a:gdLst/>
              <a:ahLst/>
              <a:cxnLst/>
              <a:rect l="l" t="t" r="r" b="b"/>
              <a:pathLst>
                <a:path w="224626" h="382962" extrusionOk="0">
                  <a:moveTo>
                    <a:pt x="0" y="0"/>
                  </a:moveTo>
                  <a:lnTo>
                    <a:pt x="224626" y="0"/>
                  </a:lnTo>
                  <a:lnTo>
                    <a:pt x="224626" y="382962"/>
                  </a:lnTo>
                  <a:lnTo>
                    <a:pt x="0" y="382962"/>
                  </a:lnTo>
                  <a:close/>
                </a:path>
              </a:pathLst>
            </a:custGeom>
            <a:solidFill>
              <a:srgbClr val="BC2573"/>
            </a:solidFill>
            <a:ln>
              <a:noFill/>
            </a:ln>
          </p:spPr>
        </p:sp>
        <p:sp>
          <p:nvSpPr>
            <p:cNvPr id="217" name="Google Shape;217;p10"/>
            <p:cNvSpPr txBox="1"/>
            <p:nvPr/>
          </p:nvSpPr>
          <p:spPr>
            <a:xfrm>
              <a:off x="0" y="-57150"/>
              <a:ext cx="224626" cy="4401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03</a:t>
              </a:r>
              <a:endParaRPr/>
            </a:p>
          </p:txBody>
        </p:sp>
      </p:grpSp>
      <p:grpSp>
        <p:nvGrpSpPr>
          <p:cNvPr id="218" name="Google Shape;218;p10"/>
          <p:cNvGrpSpPr/>
          <p:nvPr/>
        </p:nvGrpSpPr>
        <p:grpSpPr>
          <a:xfrm>
            <a:off x="4706080" y="5931229"/>
            <a:ext cx="3086100" cy="1634886"/>
            <a:chOff x="0" y="-47625"/>
            <a:chExt cx="812800" cy="430587"/>
          </a:xfrm>
        </p:grpSpPr>
        <p:sp>
          <p:nvSpPr>
            <p:cNvPr id="219" name="Google Shape;219;p10"/>
            <p:cNvSpPr/>
            <p:nvPr/>
          </p:nvSpPr>
          <p:spPr>
            <a:xfrm>
              <a:off x="0" y="0"/>
              <a:ext cx="812800" cy="382962"/>
            </a:xfrm>
            <a:custGeom>
              <a:avLst/>
              <a:gdLst/>
              <a:ahLst/>
              <a:cxnLst/>
              <a:rect l="l" t="t" r="r" b="b"/>
              <a:pathLst>
                <a:path w="812800" h="382962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382962"/>
                  </a:lnTo>
                  <a:lnTo>
                    <a:pt x="0" y="382962"/>
                  </a:lnTo>
                  <a:close/>
                </a:path>
              </a:pathLst>
            </a:custGeom>
            <a:gradFill>
              <a:gsLst>
                <a:gs pos="0">
                  <a:srgbClr val="F14B23"/>
                </a:gs>
                <a:gs pos="100000">
                  <a:srgbClr val="F99A16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220" name="Google Shape;220;p10"/>
            <p:cNvSpPr txBox="1"/>
            <p:nvPr/>
          </p:nvSpPr>
          <p:spPr>
            <a:xfrm>
              <a:off x="0" y="-47625"/>
              <a:ext cx="812800" cy="4305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0" tIns="254000" rIns="254000" bIns="2540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Main Idea</a:t>
              </a:r>
              <a:endParaRPr/>
            </a:p>
          </p:txBody>
        </p:sp>
      </p:grpSp>
      <p:grpSp>
        <p:nvGrpSpPr>
          <p:cNvPr id="221" name="Google Shape;221;p10"/>
          <p:cNvGrpSpPr/>
          <p:nvPr/>
        </p:nvGrpSpPr>
        <p:grpSpPr>
          <a:xfrm>
            <a:off x="3757955" y="5894425"/>
            <a:ext cx="852876" cy="1671052"/>
            <a:chOff x="0" y="-57150"/>
            <a:chExt cx="224626" cy="440112"/>
          </a:xfrm>
        </p:grpSpPr>
        <p:sp>
          <p:nvSpPr>
            <p:cNvPr id="222" name="Google Shape;222;p10"/>
            <p:cNvSpPr/>
            <p:nvPr/>
          </p:nvSpPr>
          <p:spPr>
            <a:xfrm>
              <a:off x="0" y="0"/>
              <a:ext cx="224626" cy="382962"/>
            </a:xfrm>
            <a:custGeom>
              <a:avLst/>
              <a:gdLst/>
              <a:ahLst/>
              <a:cxnLst/>
              <a:rect l="l" t="t" r="r" b="b"/>
              <a:pathLst>
                <a:path w="224626" h="382962" extrusionOk="0">
                  <a:moveTo>
                    <a:pt x="0" y="0"/>
                  </a:moveTo>
                  <a:lnTo>
                    <a:pt x="224626" y="0"/>
                  </a:lnTo>
                  <a:lnTo>
                    <a:pt x="224626" y="382962"/>
                  </a:lnTo>
                  <a:lnTo>
                    <a:pt x="0" y="382962"/>
                  </a:lnTo>
                  <a:close/>
                </a:path>
              </a:pathLst>
            </a:custGeom>
            <a:solidFill>
              <a:srgbClr val="ED7843"/>
            </a:solidFill>
            <a:ln>
              <a:noFill/>
            </a:ln>
          </p:spPr>
        </p:sp>
        <p:sp>
          <p:nvSpPr>
            <p:cNvPr id="223" name="Google Shape;223;p10"/>
            <p:cNvSpPr txBox="1"/>
            <p:nvPr/>
          </p:nvSpPr>
          <p:spPr>
            <a:xfrm>
              <a:off x="0" y="-57150"/>
              <a:ext cx="224626" cy="4401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02</a:t>
              </a:r>
              <a:endParaRPr/>
            </a:p>
          </p:txBody>
        </p:sp>
      </p:grpSp>
      <p:grpSp>
        <p:nvGrpSpPr>
          <p:cNvPr id="224" name="Google Shape;224;p10"/>
          <p:cNvGrpSpPr/>
          <p:nvPr/>
        </p:nvGrpSpPr>
        <p:grpSpPr>
          <a:xfrm>
            <a:off x="3120700" y="7804240"/>
            <a:ext cx="3086110" cy="1454595"/>
            <a:chOff x="-3" y="0"/>
            <a:chExt cx="812803" cy="383103"/>
          </a:xfrm>
        </p:grpSpPr>
        <p:sp>
          <p:nvSpPr>
            <p:cNvPr id="225" name="Google Shape;225;p10"/>
            <p:cNvSpPr/>
            <p:nvPr/>
          </p:nvSpPr>
          <p:spPr>
            <a:xfrm>
              <a:off x="0" y="0"/>
              <a:ext cx="812800" cy="382962"/>
            </a:xfrm>
            <a:custGeom>
              <a:avLst/>
              <a:gdLst/>
              <a:ahLst/>
              <a:cxnLst/>
              <a:rect l="l" t="t" r="r" b="b"/>
              <a:pathLst>
                <a:path w="812800" h="382962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382962"/>
                  </a:lnTo>
                  <a:lnTo>
                    <a:pt x="0" y="382962"/>
                  </a:lnTo>
                  <a:close/>
                </a:path>
              </a:pathLst>
            </a:custGeom>
            <a:gradFill>
              <a:gsLst>
                <a:gs pos="0">
                  <a:srgbClr val="FFAA29"/>
                </a:gs>
                <a:gs pos="100000">
                  <a:srgbClr val="F8D54F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226" name="Google Shape;226;p10"/>
            <p:cNvSpPr txBox="1"/>
            <p:nvPr/>
          </p:nvSpPr>
          <p:spPr>
            <a:xfrm>
              <a:off x="-3" y="3"/>
              <a:ext cx="812700" cy="38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0" tIns="254000" rIns="254000" bIns="2540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Main Idea</a:t>
              </a:r>
              <a:endParaRPr/>
            </a:p>
          </p:txBody>
        </p:sp>
      </p:grpSp>
      <p:grpSp>
        <p:nvGrpSpPr>
          <p:cNvPr id="227" name="Google Shape;227;p10"/>
          <p:cNvGrpSpPr/>
          <p:nvPr/>
        </p:nvGrpSpPr>
        <p:grpSpPr>
          <a:xfrm>
            <a:off x="2172575" y="7803701"/>
            <a:ext cx="853163" cy="1454607"/>
            <a:chOff x="-3" y="-142"/>
            <a:chExt cx="224700" cy="383104"/>
          </a:xfrm>
        </p:grpSpPr>
        <p:sp>
          <p:nvSpPr>
            <p:cNvPr id="228" name="Google Shape;228;p10"/>
            <p:cNvSpPr/>
            <p:nvPr/>
          </p:nvSpPr>
          <p:spPr>
            <a:xfrm>
              <a:off x="0" y="0"/>
              <a:ext cx="224626" cy="382962"/>
            </a:xfrm>
            <a:custGeom>
              <a:avLst/>
              <a:gdLst/>
              <a:ahLst/>
              <a:cxnLst/>
              <a:rect l="l" t="t" r="r" b="b"/>
              <a:pathLst>
                <a:path w="224626" h="382962" extrusionOk="0">
                  <a:moveTo>
                    <a:pt x="0" y="0"/>
                  </a:moveTo>
                  <a:lnTo>
                    <a:pt x="224626" y="0"/>
                  </a:lnTo>
                  <a:lnTo>
                    <a:pt x="224626" y="382962"/>
                  </a:lnTo>
                  <a:lnTo>
                    <a:pt x="0" y="382962"/>
                  </a:lnTo>
                  <a:close/>
                </a:path>
              </a:pathLst>
            </a:custGeom>
            <a:solidFill>
              <a:srgbClr val="FDB02F"/>
            </a:solidFill>
            <a:ln>
              <a:noFill/>
            </a:ln>
          </p:spPr>
        </p:sp>
        <p:sp>
          <p:nvSpPr>
            <p:cNvPr id="229" name="Google Shape;229;p10"/>
            <p:cNvSpPr txBox="1"/>
            <p:nvPr/>
          </p:nvSpPr>
          <p:spPr>
            <a:xfrm>
              <a:off x="-3" y="-142"/>
              <a:ext cx="224700" cy="38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01</a:t>
              </a:r>
              <a:endParaRPr/>
            </a:p>
          </p:txBody>
        </p:sp>
      </p:grpSp>
      <p:sp>
        <p:nvSpPr>
          <p:cNvPr id="230" name="Google Shape;230;p10"/>
          <p:cNvSpPr txBox="1"/>
          <p:nvPr/>
        </p:nvSpPr>
        <p:spPr>
          <a:xfrm>
            <a:off x="1085618" y="1071050"/>
            <a:ext cx="4684144" cy="167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b="1" i="0" u="none" strike="noStrike" cap="none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PROCESS SMARTART INFOGRAPHIC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oogle Shape;235;p11"/>
          <p:cNvGrpSpPr/>
          <p:nvPr/>
        </p:nvGrpSpPr>
        <p:grpSpPr>
          <a:xfrm>
            <a:off x="8145598" y="1028700"/>
            <a:ext cx="1196916" cy="1196916"/>
            <a:chOff x="0" y="0"/>
            <a:chExt cx="812800" cy="812800"/>
          </a:xfrm>
        </p:grpSpPr>
        <p:sp>
          <p:nvSpPr>
            <p:cNvPr id="236" name="Google Shape;236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FFAA29"/>
                </a:gs>
                <a:gs pos="100000">
                  <a:srgbClr val="F8D54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8" name="Google Shape;238;p11"/>
          <p:cNvSpPr txBox="1"/>
          <p:nvPr/>
        </p:nvSpPr>
        <p:spPr>
          <a:xfrm>
            <a:off x="9844266" y="1590689"/>
            <a:ext cx="7415034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191919"/>
                </a:solidFill>
              </a:rPr>
              <a:t>Firmware is located on the left navigation pane.</a:t>
            </a:r>
            <a:endParaRPr dirty="0"/>
          </a:p>
        </p:txBody>
      </p:sp>
      <p:sp>
        <p:nvSpPr>
          <p:cNvPr id="239" name="Google Shape;239;p11"/>
          <p:cNvSpPr txBox="1"/>
          <p:nvPr/>
        </p:nvSpPr>
        <p:spPr>
          <a:xfrm>
            <a:off x="9844266" y="1041824"/>
            <a:ext cx="7415034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>
                <a:solidFill>
                  <a:srgbClr val="191919"/>
                </a:solidFill>
                <a:latin typeface="Montserrat"/>
                <a:sym typeface="Montserrat"/>
              </a:rPr>
              <a:t>Click Firmware &gt; Firmware Verification</a:t>
            </a:r>
            <a:endParaRPr dirty="0"/>
          </a:p>
        </p:txBody>
      </p:sp>
      <p:sp>
        <p:nvSpPr>
          <p:cNvPr id="240" name="Google Shape;240;p11"/>
          <p:cNvSpPr txBox="1"/>
          <p:nvPr/>
        </p:nvSpPr>
        <p:spPr>
          <a:xfrm>
            <a:off x="9844266" y="3373619"/>
            <a:ext cx="7415034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The Scan Settings window appears.</a:t>
            </a:r>
            <a:endParaRPr dirty="0"/>
          </a:p>
        </p:txBody>
      </p:sp>
      <p:sp>
        <p:nvSpPr>
          <p:cNvPr id="241" name="Google Shape;241;p11"/>
          <p:cNvSpPr txBox="1"/>
          <p:nvPr/>
        </p:nvSpPr>
        <p:spPr>
          <a:xfrm>
            <a:off x="9844266" y="2824773"/>
            <a:ext cx="7415034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i="0" u="none" strike="noStrike" cap="none" dirty="0">
                <a:solidFill>
                  <a:srgbClr val="191919"/>
                </a:solidFill>
                <a:latin typeface="Montserrat"/>
                <a:ea typeface="Montserrat"/>
                <a:cs typeface="Montserrat"/>
                <a:sym typeface="Montserrat"/>
              </a:rPr>
              <a:t>Click</a:t>
            </a:r>
            <a:r>
              <a:rPr lang="en-US" sz="2500" b="1" i="0" u="none" strike="noStrike" cap="none" dirty="0">
                <a:solidFill>
                  <a:srgbClr val="191919"/>
                </a:solidFill>
                <a:latin typeface="Montserrat"/>
                <a:ea typeface="Montserrat"/>
                <a:cs typeface="Montserrat"/>
                <a:sym typeface="Montserrat"/>
              </a:rPr>
              <a:t> Settings.</a:t>
            </a:r>
            <a:endParaRPr dirty="0"/>
          </a:p>
        </p:txBody>
      </p:sp>
      <p:sp>
        <p:nvSpPr>
          <p:cNvPr id="242" name="Google Shape;242;p11"/>
          <p:cNvSpPr txBox="1"/>
          <p:nvPr/>
        </p:nvSpPr>
        <p:spPr>
          <a:xfrm>
            <a:off x="9844266" y="5167343"/>
            <a:ext cx="7415034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Set Scan interval in days. (Valid values from 1 to 365).</a:t>
            </a:r>
            <a:endParaRPr dirty="0"/>
          </a:p>
        </p:txBody>
      </p:sp>
      <p:sp>
        <p:nvSpPr>
          <p:cNvPr id="243" name="Google Shape;243;p11"/>
          <p:cNvSpPr txBox="1"/>
          <p:nvPr/>
        </p:nvSpPr>
        <p:spPr>
          <a:xfrm>
            <a:off x="9844266" y="4618497"/>
            <a:ext cx="7415034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 dirty="0">
                <a:solidFill>
                  <a:srgbClr val="191919"/>
                </a:solidFill>
                <a:latin typeface="Montserrat"/>
                <a:ea typeface="Montserrat"/>
                <a:cs typeface="Montserrat"/>
                <a:sym typeface="Montserrat"/>
              </a:rPr>
              <a:t>Select an Integrity Failure Action</a:t>
            </a:r>
            <a:endParaRPr dirty="0"/>
          </a:p>
        </p:txBody>
      </p:sp>
      <p:sp>
        <p:nvSpPr>
          <p:cNvPr id="244" name="Google Shape;244;p11"/>
          <p:cNvSpPr txBox="1"/>
          <p:nvPr/>
        </p:nvSpPr>
        <p:spPr>
          <a:xfrm>
            <a:off x="9844266" y="6939479"/>
            <a:ext cx="7415034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191919"/>
                </a:solidFill>
              </a:rPr>
              <a:t>Set Background Scan to enabled or disabled.</a:t>
            </a:r>
            <a:endParaRPr dirty="0"/>
          </a:p>
        </p:txBody>
      </p:sp>
      <p:sp>
        <p:nvSpPr>
          <p:cNvPr id="245" name="Google Shape;245;p11"/>
          <p:cNvSpPr txBox="1"/>
          <p:nvPr/>
        </p:nvSpPr>
        <p:spPr>
          <a:xfrm>
            <a:off x="9844266" y="6364725"/>
            <a:ext cx="7415034" cy="648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191919"/>
                </a:solidFill>
                <a:latin typeface="Montserrat"/>
                <a:sym typeface="Montserrat"/>
              </a:rPr>
              <a:t>Set Enable Background Scan</a:t>
            </a:r>
            <a:endParaRPr dirty="0"/>
          </a:p>
        </p:txBody>
      </p:sp>
      <p:sp>
        <p:nvSpPr>
          <p:cNvPr id="246" name="Google Shape;246;p11"/>
          <p:cNvSpPr txBox="1"/>
          <p:nvPr/>
        </p:nvSpPr>
        <p:spPr>
          <a:xfrm>
            <a:off x="9844266" y="8722409"/>
            <a:ext cx="7415034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Click X to close the Scan Settings window.</a:t>
            </a:r>
            <a:endParaRPr dirty="0"/>
          </a:p>
        </p:txBody>
      </p:sp>
      <p:sp>
        <p:nvSpPr>
          <p:cNvPr id="247" name="Google Shape;247;p11"/>
          <p:cNvSpPr txBox="1"/>
          <p:nvPr/>
        </p:nvSpPr>
        <p:spPr>
          <a:xfrm>
            <a:off x="9844266" y="8147655"/>
            <a:ext cx="7415034" cy="648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 dirty="0">
                <a:solidFill>
                  <a:srgbClr val="191919"/>
                </a:solidFill>
                <a:latin typeface="Montserrat"/>
                <a:ea typeface="Montserrat"/>
                <a:cs typeface="Montserrat"/>
                <a:sym typeface="Montserrat"/>
              </a:rPr>
              <a:t>Click Update to update or click Cancel</a:t>
            </a:r>
            <a:endParaRPr lang="en-US" dirty="0"/>
          </a:p>
        </p:txBody>
      </p:sp>
      <p:cxnSp>
        <p:nvCxnSpPr>
          <p:cNvPr id="248" name="Google Shape;248;p11"/>
          <p:cNvCxnSpPr/>
          <p:nvPr/>
        </p:nvCxnSpPr>
        <p:spPr>
          <a:xfrm rot="10800000">
            <a:off x="8744056" y="2225616"/>
            <a:ext cx="0" cy="5874492"/>
          </a:xfrm>
          <a:prstGeom prst="straightConnector1">
            <a:avLst/>
          </a:prstGeom>
          <a:noFill/>
          <a:ln w="476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49" name="Google Shape;249;p11"/>
          <p:cNvGrpSpPr/>
          <p:nvPr/>
        </p:nvGrpSpPr>
        <p:grpSpPr>
          <a:xfrm>
            <a:off x="8145598" y="2793354"/>
            <a:ext cx="1196916" cy="1196916"/>
            <a:chOff x="0" y="0"/>
            <a:chExt cx="812800" cy="812800"/>
          </a:xfrm>
        </p:grpSpPr>
        <p:sp>
          <p:nvSpPr>
            <p:cNvPr id="250" name="Google Shape;250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F14B23"/>
                </a:gs>
                <a:gs pos="100000">
                  <a:srgbClr val="F99A1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2" name="Google Shape;252;p11"/>
          <p:cNvGrpSpPr/>
          <p:nvPr/>
        </p:nvGrpSpPr>
        <p:grpSpPr>
          <a:xfrm>
            <a:off x="8145598" y="4593934"/>
            <a:ext cx="1196916" cy="1196916"/>
            <a:chOff x="0" y="0"/>
            <a:chExt cx="812800" cy="812800"/>
          </a:xfrm>
        </p:grpSpPr>
        <p:sp>
          <p:nvSpPr>
            <p:cNvPr id="253" name="Google Shape;253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B4298B"/>
                </a:gs>
                <a:gs pos="100000">
                  <a:srgbClr val="DD61A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5" name="Google Shape;255;p11"/>
          <p:cNvGrpSpPr/>
          <p:nvPr/>
        </p:nvGrpSpPr>
        <p:grpSpPr>
          <a:xfrm>
            <a:off x="8145598" y="6394514"/>
            <a:ext cx="1196916" cy="1196916"/>
            <a:chOff x="0" y="0"/>
            <a:chExt cx="812800" cy="812800"/>
          </a:xfrm>
        </p:grpSpPr>
        <p:sp>
          <p:nvSpPr>
            <p:cNvPr id="256" name="Google Shape;256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12948A"/>
                </a:gs>
                <a:gs pos="100000">
                  <a:srgbClr val="4CBCB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8" name="Google Shape;258;p11"/>
          <p:cNvGrpSpPr/>
          <p:nvPr/>
        </p:nvGrpSpPr>
        <p:grpSpPr>
          <a:xfrm>
            <a:off x="8145598" y="8100108"/>
            <a:ext cx="1196916" cy="1196916"/>
            <a:chOff x="0" y="0"/>
            <a:chExt cx="812800" cy="812800"/>
          </a:xfrm>
        </p:grpSpPr>
        <p:sp>
          <p:nvSpPr>
            <p:cNvPr id="259" name="Google Shape;259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76C044"/>
                </a:gs>
                <a:gs pos="100000">
                  <a:srgbClr val="CADC3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1" name="Google Shape;261;p11"/>
          <p:cNvSpPr txBox="1"/>
          <p:nvPr/>
        </p:nvSpPr>
        <p:spPr>
          <a:xfrm>
            <a:off x="8677046" y="1382683"/>
            <a:ext cx="134020" cy="4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/>
          </a:p>
        </p:txBody>
      </p:sp>
      <p:sp>
        <p:nvSpPr>
          <p:cNvPr id="262" name="Google Shape;262;p11"/>
          <p:cNvSpPr txBox="1"/>
          <p:nvPr/>
        </p:nvSpPr>
        <p:spPr>
          <a:xfrm>
            <a:off x="8645160" y="3147337"/>
            <a:ext cx="197793" cy="4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/>
          </a:p>
        </p:txBody>
      </p:sp>
      <p:sp>
        <p:nvSpPr>
          <p:cNvPr id="263" name="Google Shape;263;p11"/>
          <p:cNvSpPr txBox="1"/>
          <p:nvPr/>
        </p:nvSpPr>
        <p:spPr>
          <a:xfrm>
            <a:off x="8645755" y="4899025"/>
            <a:ext cx="197197" cy="4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/>
          </a:p>
        </p:txBody>
      </p:sp>
      <p:sp>
        <p:nvSpPr>
          <p:cNvPr id="264" name="Google Shape;264;p11"/>
          <p:cNvSpPr txBox="1"/>
          <p:nvPr/>
        </p:nvSpPr>
        <p:spPr>
          <a:xfrm>
            <a:off x="8634965" y="6748497"/>
            <a:ext cx="218777" cy="4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/>
          </a:p>
        </p:txBody>
      </p:sp>
      <p:sp>
        <p:nvSpPr>
          <p:cNvPr id="265" name="Google Shape;265;p11"/>
          <p:cNvSpPr txBox="1"/>
          <p:nvPr/>
        </p:nvSpPr>
        <p:spPr>
          <a:xfrm>
            <a:off x="8644341" y="8454091"/>
            <a:ext cx="200025" cy="4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/>
          </a:p>
        </p:txBody>
      </p:sp>
      <p:sp>
        <p:nvSpPr>
          <p:cNvPr id="266" name="Google Shape;266;p11"/>
          <p:cNvSpPr txBox="1"/>
          <p:nvPr/>
        </p:nvSpPr>
        <p:spPr>
          <a:xfrm>
            <a:off x="581893" y="3870784"/>
            <a:ext cx="6963649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Configuring firmware verification settings</a:t>
            </a:r>
            <a:endParaRPr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1" name="Google Shape;271;p12"/>
          <p:cNvGrpSpPr/>
          <p:nvPr/>
        </p:nvGrpSpPr>
        <p:grpSpPr>
          <a:xfrm>
            <a:off x="774218" y="2213566"/>
            <a:ext cx="5097641" cy="7472652"/>
            <a:chOff x="0" y="-19050"/>
            <a:chExt cx="1342589" cy="1968106"/>
          </a:xfrm>
        </p:grpSpPr>
        <p:sp>
          <p:nvSpPr>
            <p:cNvPr id="272" name="Google Shape;272;p12"/>
            <p:cNvSpPr/>
            <p:nvPr/>
          </p:nvSpPr>
          <p:spPr>
            <a:xfrm>
              <a:off x="0" y="0"/>
              <a:ext cx="1342589" cy="1949056"/>
            </a:xfrm>
            <a:custGeom>
              <a:avLst/>
              <a:gdLst/>
              <a:ahLst/>
              <a:cxnLst/>
              <a:rect l="l" t="t" r="r" b="b"/>
              <a:pathLst>
                <a:path w="1342589" h="1949056" extrusionOk="0">
                  <a:moveTo>
                    <a:pt x="36449" y="0"/>
                  </a:moveTo>
                  <a:lnTo>
                    <a:pt x="1306139" y="0"/>
                  </a:lnTo>
                  <a:cubicBezTo>
                    <a:pt x="1315806" y="0"/>
                    <a:pt x="1325077" y="3840"/>
                    <a:pt x="1331913" y="10676"/>
                  </a:cubicBezTo>
                  <a:cubicBezTo>
                    <a:pt x="1338748" y="17511"/>
                    <a:pt x="1342589" y="26782"/>
                    <a:pt x="1342589" y="36449"/>
                  </a:cubicBezTo>
                  <a:lnTo>
                    <a:pt x="1342589" y="1912607"/>
                  </a:lnTo>
                  <a:cubicBezTo>
                    <a:pt x="1342589" y="1932737"/>
                    <a:pt x="1326270" y="1949056"/>
                    <a:pt x="1306139" y="1949056"/>
                  </a:cubicBezTo>
                  <a:lnTo>
                    <a:pt x="36449" y="1949056"/>
                  </a:lnTo>
                  <a:cubicBezTo>
                    <a:pt x="16319" y="1949056"/>
                    <a:pt x="0" y="1932737"/>
                    <a:pt x="0" y="1912607"/>
                  </a:cubicBezTo>
                  <a:lnTo>
                    <a:pt x="0" y="36449"/>
                  </a:lnTo>
                  <a:cubicBezTo>
                    <a:pt x="0" y="16319"/>
                    <a:pt x="16319" y="0"/>
                    <a:pt x="36449" y="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2"/>
            <p:cNvSpPr txBox="1"/>
            <p:nvPr/>
          </p:nvSpPr>
          <p:spPr>
            <a:xfrm>
              <a:off x="0" y="-19050"/>
              <a:ext cx="1342589" cy="19681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4" name="Google Shape;274;p12"/>
          <p:cNvGrpSpPr/>
          <p:nvPr/>
        </p:nvGrpSpPr>
        <p:grpSpPr>
          <a:xfrm>
            <a:off x="6109984" y="2213566"/>
            <a:ext cx="11512980" cy="7472652"/>
            <a:chOff x="0" y="-19050"/>
            <a:chExt cx="3032225" cy="1968106"/>
          </a:xfrm>
        </p:grpSpPr>
        <p:sp>
          <p:nvSpPr>
            <p:cNvPr id="275" name="Google Shape;275;p12"/>
            <p:cNvSpPr/>
            <p:nvPr/>
          </p:nvSpPr>
          <p:spPr>
            <a:xfrm>
              <a:off x="0" y="0"/>
              <a:ext cx="3032225" cy="1949056"/>
            </a:xfrm>
            <a:custGeom>
              <a:avLst/>
              <a:gdLst/>
              <a:ahLst/>
              <a:cxnLst/>
              <a:rect l="l" t="t" r="r" b="b"/>
              <a:pathLst>
                <a:path w="3032225" h="1949056" extrusionOk="0">
                  <a:moveTo>
                    <a:pt x="16139" y="0"/>
                  </a:moveTo>
                  <a:lnTo>
                    <a:pt x="3016086" y="0"/>
                  </a:lnTo>
                  <a:cubicBezTo>
                    <a:pt x="3020366" y="0"/>
                    <a:pt x="3024471" y="1700"/>
                    <a:pt x="3027498" y="4727"/>
                  </a:cubicBezTo>
                  <a:cubicBezTo>
                    <a:pt x="3030525" y="7754"/>
                    <a:pt x="3032225" y="11859"/>
                    <a:pt x="3032225" y="16139"/>
                  </a:cubicBezTo>
                  <a:lnTo>
                    <a:pt x="3032225" y="1932917"/>
                  </a:lnTo>
                  <a:cubicBezTo>
                    <a:pt x="3032225" y="1937197"/>
                    <a:pt x="3030525" y="1941302"/>
                    <a:pt x="3027498" y="1944329"/>
                  </a:cubicBezTo>
                  <a:cubicBezTo>
                    <a:pt x="3024471" y="1947356"/>
                    <a:pt x="3020366" y="1949056"/>
                    <a:pt x="3016086" y="1949056"/>
                  </a:cubicBezTo>
                  <a:lnTo>
                    <a:pt x="16139" y="1949056"/>
                  </a:lnTo>
                  <a:cubicBezTo>
                    <a:pt x="11859" y="1949056"/>
                    <a:pt x="7754" y="1947356"/>
                    <a:pt x="4727" y="1944329"/>
                  </a:cubicBezTo>
                  <a:cubicBezTo>
                    <a:pt x="1700" y="1941302"/>
                    <a:pt x="0" y="1937197"/>
                    <a:pt x="0" y="1932917"/>
                  </a:cubicBezTo>
                  <a:lnTo>
                    <a:pt x="0" y="16139"/>
                  </a:lnTo>
                  <a:cubicBezTo>
                    <a:pt x="0" y="11859"/>
                    <a:pt x="1700" y="7754"/>
                    <a:pt x="4727" y="4727"/>
                  </a:cubicBezTo>
                  <a:cubicBezTo>
                    <a:pt x="7754" y="1700"/>
                    <a:pt x="11859" y="0"/>
                    <a:pt x="16139" y="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2"/>
            <p:cNvSpPr txBox="1"/>
            <p:nvPr/>
          </p:nvSpPr>
          <p:spPr>
            <a:xfrm>
              <a:off x="0" y="-19050"/>
              <a:ext cx="3032225" cy="19681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7" name="Google Shape;277;p12"/>
          <p:cNvGrpSpPr/>
          <p:nvPr/>
        </p:nvGrpSpPr>
        <p:grpSpPr>
          <a:xfrm>
            <a:off x="1139005" y="2494284"/>
            <a:ext cx="4368067" cy="719567"/>
            <a:chOff x="0" y="-19050"/>
            <a:chExt cx="1150437" cy="189516"/>
          </a:xfrm>
        </p:grpSpPr>
        <p:sp>
          <p:nvSpPr>
            <p:cNvPr id="278" name="Google Shape;278;p12"/>
            <p:cNvSpPr/>
            <p:nvPr/>
          </p:nvSpPr>
          <p:spPr>
            <a:xfrm>
              <a:off x="0" y="0"/>
              <a:ext cx="1150437" cy="170466"/>
            </a:xfrm>
            <a:custGeom>
              <a:avLst/>
              <a:gdLst/>
              <a:ahLst/>
              <a:cxnLst/>
              <a:rect l="l" t="t" r="r" b="b"/>
              <a:pathLst>
                <a:path w="1150437" h="170466" extrusionOk="0">
                  <a:moveTo>
                    <a:pt x="31903" y="0"/>
                  </a:moveTo>
                  <a:lnTo>
                    <a:pt x="1118534" y="0"/>
                  </a:lnTo>
                  <a:cubicBezTo>
                    <a:pt x="1126995" y="0"/>
                    <a:pt x="1135110" y="3361"/>
                    <a:pt x="1141093" y="9344"/>
                  </a:cubicBezTo>
                  <a:cubicBezTo>
                    <a:pt x="1147076" y="15327"/>
                    <a:pt x="1150437" y="23442"/>
                    <a:pt x="1150437" y="31903"/>
                  </a:cubicBezTo>
                  <a:lnTo>
                    <a:pt x="1150437" y="138563"/>
                  </a:lnTo>
                  <a:cubicBezTo>
                    <a:pt x="1150437" y="147024"/>
                    <a:pt x="1147076" y="155139"/>
                    <a:pt x="1141093" y="161122"/>
                  </a:cubicBezTo>
                  <a:cubicBezTo>
                    <a:pt x="1135110" y="167104"/>
                    <a:pt x="1126995" y="170466"/>
                    <a:pt x="1118534" y="170466"/>
                  </a:cubicBezTo>
                  <a:lnTo>
                    <a:pt x="31903" y="170466"/>
                  </a:lnTo>
                  <a:cubicBezTo>
                    <a:pt x="23442" y="170466"/>
                    <a:pt x="15327" y="167104"/>
                    <a:pt x="9344" y="161122"/>
                  </a:cubicBezTo>
                  <a:cubicBezTo>
                    <a:pt x="3361" y="155139"/>
                    <a:pt x="0" y="147024"/>
                    <a:pt x="0" y="138563"/>
                  </a:cubicBezTo>
                  <a:lnTo>
                    <a:pt x="0" y="31903"/>
                  </a:lnTo>
                  <a:cubicBezTo>
                    <a:pt x="0" y="23442"/>
                    <a:pt x="3361" y="15327"/>
                    <a:pt x="9344" y="9344"/>
                  </a:cubicBezTo>
                  <a:cubicBezTo>
                    <a:pt x="15327" y="3361"/>
                    <a:pt x="23442" y="0"/>
                    <a:pt x="319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0F1A38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12"/>
            <p:cNvSpPr txBox="1"/>
            <p:nvPr/>
          </p:nvSpPr>
          <p:spPr>
            <a:xfrm>
              <a:off x="0" y="-19050"/>
              <a:ext cx="1150437" cy="1895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0" name="Google Shape;280;p12"/>
          <p:cNvGrpSpPr/>
          <p:nvPr/>
        </p:nvGrpSpPr>
        <p:grpSpPr>
          <a:xfrm>
            <a:off x="9682440" y="2494284"/>
            <a:ext cx="4368067" cy="719567"/>
            <a:chOff x="0" y="-19050"/>
            <a:chExt cx="1150437" cy="189516"/>
          </a:xfrm>
        </p:grpSpPr>
        <p:sp>
          <p:nvSpPr>
            <p:cNvPr id="281" name="Google Shape;281;p12"/>
            <p:cNvSpPr/>
            <p:nvPr/>
          </p:nvSpPr>
          <p:spPr>
            <a:xfrm>
              <a:off x="0" y="0"/>
              <a:ext cx="1150437" cy="170466"/>
            </a:xfrm>
            <a:custGeom>
              <a:avLst/>
              <a:gdLst/>
              <a:ahLst/>
              <a:cxnLst/>
              <a:rect l="l" t="t" r="r" b="b"/>
              <a:pathLst>
                <a:path w="1150437" h="170466" extrusionOk="0">
                  <a:moveTo>
                    <a:pt x="31903" y="0"/>
                  </a:moveTo>
                  <a:lnTo>
                    <a:pt x="1118534" y="0"/>
                  </a:lnTo>
                  <a:cubicBezTo>
                    <a:pt x="1126995" y="0"/>
                    <a:pt x="1135110" y="3361"/>
                    <a:pt x="1141093" y="9344"/>
                  </a:cubicBezTo>
                  <a:cubicBezTo>
                    <a:pt x="1147076" y="15327"/>
                    <a:pt x="1150437" y="23442"/>
                    <a:pt x="1150437" y="31903"/>
                  </a:cubicBezTo>
                  <a:lnTo>
                    <a:pt x="1150437" y="138563"/>
                  </a:lnTo>
                  <a:cubicBezTo>
                    <a:pt x="1150437" y="147024"/>
                    <a:pt x="1147076" y="155139"/>
                    <a:pt x="1141093" y="161122"/>
                  </a:cubicBezTo>
                  <a:cubicBezTo>
                    <a:pt x="1135110" y="167104"/>
                    <a:pt x="1126995" y="170466"/>
                    <a:pt x="1118534" y="170466"/>
                  </a:cubicBezTo>
                  <a:lnTo>
                    <a:pt x="31903" y="170466"/>
                  </a:lnTo>
                  <a:cubicBezTo>
                    <a:pt x="23442" y="170466"/>
                    <a:pt x="15327" y="167104"/>
                    <a:pt x="9344" y="161122"/>
                  </a:cubicBezTo>
                  <a:cubicBezTo>
                    <a:pt x="3361" y="155139"/>
                    <a:pt x="0" y="147024"/>
                    <a:pt x="0" y="138563"/>
                  </a:cubicBezTo>
                  <a:lnTo>
                    <a:pt x="0" y="31903"/>
                  </a:lnTo>
                  <a:cubicBezTo>
                    <a:pt x="0" y="23442"/>
                    <a:pt x="3361" y="15327"/>
                    <a:pt x="9344" y="9344"/>
                  </a:cubicBezTo>
                  <a:cubicBezTo>
                    <a:pt x="15327" y="3361"/>
                    <a:pt x="23442" y="0"/>
                    <a:pt x="319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0F1A38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12"/>
            <p:cNvSpPr txBox="1"/>
            <p:nvPr/>
          </p:nvSpPr>
          <p:spPr>
            <a:xfrm>
              <a:off x="0" y="-19050"/>
              <a:ext cx="1150437" cy="1895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3" name="Google Shape;283;p12"/>
          <p:cNvGrpSpPr/>
          <p:nvPr/>
        </p:nvGrpSpPr>
        <p:grpSpPr>
          <a:xfrm>
            <a:off x="1139005" y="7128683"/>
            <a:ext cx="4368067" cy="719567"/>
            <a:chOff x="0" y="-19050"/>
            <a:chExt cx="1150437" cy="189516"/>
          </a:xfrm>
        </p:grpSpPr>
        <p:sp>
          <p:nvSpPr>
            <p:cNvPr id="284" name="Google Shape;284;p12"/>
            <p:cNvSpPr/>
            <p:nvPr/>
          </p:nvSpPr>
          <p:spPr>
            <a:xfrm>
              <a:off x="0" y="0"/>
              <a:ext cx="1150437" cy="170466"/>
            </a:xfrm>
            <a:custGeom>
              <a:avLst/>
              <a:gdLst/>
              <a:ahLst/>
              <a:cxnLst/>
              <a:rect l="l" t="t" r="r" b="b"/>
              <a:pathLst>
                <a:path w="1150437" h="170466" extrusionOk="0">
                  <a:moveTo>
                    <a:pt x="31903" y="0"/>
                  </a:moveTo>
                  <a:lnTo>
                    <a:pt x="1118534" y="0"/>
                  </a:lnTo>
                  <a:cubicBezTo>
                    <a:pt x="1126995" y="0"/>
                    <a:pt x="1135110" y="3361"/>
                    <a:pt x="1141093" y="9344"/>
                  </a:cubicBezTo>
                  <a:cubicBezTo>
                    <a:pt x="1147076" y="15327"/>
                    <a:pt x="1150437" y="23442"/>
                    <a:pt x="1150437" y="31903"/>
                  </a:cubicBezTo>
                  <a:lnTo>
                    <a:pt x="1150437" y="138563"/>
                  </a:lnTo>
                  <a:cubicBezTo>
                    <a:pt x="1150437" y="147024"/>
                    <a:pt x="1147076" y="155139"/>
                    <a:pt x="1141093" y="161122"/>
                  </a:cubicBezTo>
                  <a:cubicBezTo>
                    <a:pt x="1135110" y="167104"/>
                    <a:pt x="1126995" y="170466"/>
                    <a:pt x="1118534" y="170466"/>
                  </a:cubicBezTo>
                  <a:lnTo>
                    <a:pt x="31903" y="170466"/>
                  </a:lnTo>
                  <a:cubicBezTo>
                    <a:pt x="23442" y="170466"/>
                    <a:pt x="15327" y="167104"/>
                    <a:pt x="9344" y="161122"/>
                  </a:cubicBezTo>
                  <a:cubicBezTo>
                    <a:pt x="3361" y="155139"/>
                    <a:pt x="0" y="147024"/>
                    <a:pt x="0" y="138563"/>
                  </a:cubicBezTo>
                  <a:lnTo>
                    <a:pt x="0" y="31903"/>
                  </a:lnTo>
                  <a:cubicBezTo>
                    <a:pt x="0" y="23442"/>
                    <a:pt x="3361" y="15327"/>
                    <a:pt x="9344" y="9344"/>
                  </a:cubicBezTo>
                  <a:cubicBezTo>
                    <a:pt x="15327" y="3361"/>
                    <a:pt x="23442" y="0"/>
                    <a:pt x="319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0F1A38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12"/>
            <p:cNvSpPr txBox="1"/>
            <p:nvPr/>
          </p:nvSpPr>
          <p:spPr>
            <a:xfrm>
              <a:off x="0" y="-19050"/>
              <a:ext cx="1150437" cy="1895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6" name="Google Shape;286;p12"/>
          <p:cNvGrpSpPr/>
          <p:nvPr/>
        </p:nvGrpSpPr>
        <p:grpSpPr>
          <a:xfrm>
            <a:off x="1155385" y="8159867"/>
            <a:ext cx="723946" cy="740913"/>
            <a:chOff x="0" y="-19050"/>
            <a:chExt cx="812800" cy="831850"/>
          </a:xfrm>
        </p:grpSpPr>
        <p:sp>
          <p:nvSpPr>
            <p:cNvPr id="287" name="Google Shape;287;p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FDB0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12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9" name="Google Shape;289;p12"/>
          <p:cNvSpPr txBox="1"/>
          <p:nvPr/>
        </p:nvSpPr>
        <p:spPr>
          <a:xfrm>
            <a:off x="1232396" y="3499746"/>
            <a:ext cx="4181285" cy="503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presentation template</a:t>
            </a:r>
            <a:endParaRPr/>
          </a:p>
          <a:p>
            <a:pPr marL="0" marR="0" lvl="0" indent="0" algn="ctr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uses the following free fonts:</a:t>
            </a:r>
            <a:endParaRPr/>
          </a:p>
        </p:txBody>
      </p:sp>
      <p:sp>
        <p:nvSpPr>
          <p:cNvPr id="290" name="Google Shape;290;p12"/>
          <p:cNvSpPr txBox="1"/>
          <p:nvPr/>
        </p:nvSpPr>
        <p:spPr>
          <a:xfrm>
            <a:off x="1175455" y="6551281"/>
            <a:ext cx="4368067" cy="249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 can find these fonts online too.</a:t>
            </a:r>
            <a:endParaRPr/>
          </a:p>
        </p:txBody>
      </p:sp>
      <p:sp>
        <p:nvSpPr>
          <p:cNvPr id="291" name="Google Shape;291;p12"/>
          <p:cNvSpPr txBox="1"/>
          <p:nvPr/>
        </p:nvSpPr>
        <p:spPr>
          <a:xfrm>
            <a:off x="1747770" y="4685875"/>
            <a:ext cx="3150600" cy="14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3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97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TITLES:</a:t>
            </a:r>
            <a:endParaRPr/>
          </a:p>
          <a:p>
            <a:pPr marL="0" marR="0" lvl="0" indent="0" algn="ctr" rtl="0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10" b="1"/>
              <a:t>Montserrat</a:t>
            </a:r>
            <a:endParaRPr/>
          </a:p>
          <a:p>
            <a:pPr marL="0" marR="0" lvl="0" indent="0" algn="ctr" rtl="0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1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3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97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BODY COPY:</a:t>
            </a:r>
            <a:endParaRPr/>
          </a:p>
          <a:p>
            <a:pPr marL="0" marR="0" lvl="0" indent="0" algn="ctr" rtl="0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10" b="1"/>
              <a:t>Arial</a:t>
            </a:r>
            <a:endParaRPr/>
          </a:p>
        </p:txBody>
      </p:sp>
      <p:sp>
        <p:nvSpPr>
          <p:cNvPr id="292" name="Google Shape;292;p12"/>
          <p:cNvSpPr txBox="1"/>
          <p:nvPr/>
        </p:nvSpPr>
        <p:spPr>
          <a:xfrm>
            <a:off x="1155385" y="9056611"/>
            <a:ext cx="723946" cy="135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9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#FDB02F</a:t>
            </a:r>
            <a:endParaRPr/>
          </a:p>
        </p:txBody>
      </p:sp>
      <p:sp>
        <p:nvSpPr>
          <p:cNvPr id="293" name="Google Shape;293;p12"/>
          <p:cNvSpPr txBox="1"/>
          <p:nvPr/>
        </p:nvSpPr>
        <p:spPr>
          <a:xfrm>
            <a:off x="4210005" y="1446041"/>
            <a:ext cx="986799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2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these design resources in your Canva Presentation.</a:t>
            </a:r>
            <a:endParaRPr/>
          </a:p>
        </p:txBody>
      </p:sp>
      <p:sp>
        <p:nvSpPr>
          <p:cNvPr id="294" name="Google Shape;294;p12"/>
          <p:cNvSpPr txBox="1"/>
          <p:nvPr/>
        </p:nvSpPr>
        <p:spPr>
          <a:xfrm>
            <a:off x="11706206" y="9915836"/>
            <a:ext cx="5916757" cy="167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r" rtl="0">
              <a:lnSpc>
                <a:spcPct val="122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99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DON'T FORGET TO DELETE THIS PAGE BEFORE PRESENTING. </a:t>
            </a:r>
            <a:endParaRPr/>
          </a:p>
        </p:txBody>
      </p:sp>
      <p:sp>
        <p:nvSpPr>
          <p:cNvPr id="295" name="Google Shape;295;p12"/>
          <p:cNvSpPr txBox="1"/>
          <p:nvPr/>
        </p:nvSpPr>
        <p:spPr>
          <a:xfrm>
            <a:off x="5469973" y="543899"/>
            <a:ext cx="7348055" cy="773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06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RESOURCE PAGE</a:t>
            </a:r>
            <a:endParaRPr/>
          </a:p>
        </p:txBody>
      </p:sp>
      <p:sp>
        <p:nvSpPr>
          <p:cNvPr id="296" name="Google Shape;296;p12"/>
          <p:cNvSpPr txBox="1"/>
          <p:nvPr/>
        </p:nvSpPr>
        <p:spPr>
          <a:xfrm>
            <a:off x="1747770" y="2693383"/>
            <a:ext cx="3150536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2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0F1A38"/>
                </a:solidFill>
                <a:latin typeface="Arial"/>
                <a:ea typeface="Arial"/>
                <a:cs typeface="Arial"/>
                <a:sym typeface="Arial"/>
              </a:rPr>
              <a:t>Fonts</a:t>
            </a:r>
            <a:endParaRPr/>
          </a:p>
        </p:txBody>
      </p:sp>
      <p:sp>
        <p:nvSpPr>
          <p:cNvPr id="297" name="Google Shape;297;p12"/>
          <p:cNvSpPr txBox="1"/>
          <p:nvPr/>
        </p:nvSpPr>
        <p:spPr>
          <a:xfrm>
            <a:off x="10291206" y="2693383"/>
            <a:ext cx="3150536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2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0F1A38"/>
                </a:solidFill>
                <a:latin typeface="Arial"/>
                <a:ea typeface="Arial"/>
                <a:cs typeface="Arial"/>
                <a:sym typeface="Arial"/>
              </a:rPr>
              <a:t>Design Elements</a:t>
            </a:r>
            <a:endParaRPr/>
          </a:p>
        </p:txBody>
      </p:sp>
      <p:sp>
        <p:nvSpPr>
          <p:cNvPr id="298" name="Google Shape;298;p12"/>
          <p:cNvSpPr txBox="1"/>
          <p:nvPr/>
        </p:nvSpPr>
        <p:spPr>
          <a:xfrm>
            <a:off x="1747770" y="7296522"/>
            <a:ext cx="3150536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2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0F1A38"/>
                </a:solidFill>
                <a:latin typeface="Arial"/>
                <a:ea typeface="Arial"/>
                <a:cs typeface="Arial"/>
                <a:sym typeface="Arial"/>
              </a:rPr>
              <a:t>Colors</a:t>
            </a:r>
            <a:endParaRPr/>
          </a:p>
        </p:txBody>
      </p:sp>
      <p:grpSp>
        <p:nvGrpSpPr>
          <p:cNvPr id="299" name="Google Shape;299;p12"/>
          <p:cNvGrpSpPr/>
          <p:nvPr/>
        </p:nvGrpSpPr>
        <p:grpSpPr>
          <a:xfrm>
            <a:off x="2053045" y="8159867"/>
            <a:ext cx="723946" cy="740913"/>
            <a:chOff x="0" y="-19050"/>
            <a:chExt cx="812800" cy="831850"/>
          </a:xfrm>
        </p:grpSpPr>
        <p:sp>
          <p:nvSpPr>
            <p:cNvPr id="300" name="Google Shape;300;p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F66C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2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2" name="Google Shape;302;p12"/>
          <p:cNvGrpSpPr/>
          <p:nvPr/>
        </p:nvGrpSpPr>
        <p:grpSpPr>
          <a:xfrm>
            <a:off x="6865491" y="4147301"/>
            <a:ext cx="10001965" cy="4580579"/>
            <a:chOff x="0" y="0"/>
            <a:chExt cx="13335954" cy="6107439"/>
          </a:xfrm>
        </p:grpSpPr>
        <p:sp>
          <p:nvSpPr>
            <p:cNvPr id="303" name="Google Shape;303;p12"/>
            <p:cNvSpPr/>
            <p:nvPr/>
          </p:nvSpPr>
          <p:spPr>
            <a:xfrm>
              <a:off x="10881529" y="1776120"/>
              <a:ext cx="937691" cy="806414"/>
            </a:xfrm>
            <a:custGeom>
              <a:avLst/>
              <a:gdLst/>
              <a:ahLst/>
              <a:cxnLst/>
              <a:rect l="l" t="t" r="r" b="b"/>
              <a:pathLst>
                <a:path w="937691" h="806414" extrusionOk="0">
                  <a:moveTo>
                    <a:pt x="0" y="0"/>
                  </a:moveTo>
                  <a:lnTo>
                    <a:pt x="937691" y="0"/>
                  </a:lnTo>
                  <a:lnTo>
                    <a:pt x="937691" y="806414"/>
                  </a:lnTo>
                  <a:lnTo>
                    <a:pt x="0" y="80641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04" name="Google Shape;304;p12"/>
            <p:cNvSpPr/>
            <p:nvPr/>
          </p:nvSpPr>
          <p:spPr>
            <a:xfrm>
              <a:off x="12596063" y="3334454"/>
              <a:ext cx="666455" cy="920981"/>
            </a:xfrm>
            <a:custGeom>
              <a:avLst/>
              <a:gdLst/>
              <a:ahLst/>
              <a:cxnLst/>
              <a:rect l="l" t="t" r="r" b="b"/>
              <a:pathLst>
                <a:path w="666455" h="920981" extrusionOk="0">
                  <a:moveTo>
                    <a:pt x="0" y="0"/>
                  </a:moveTo>
                  <a:lnTo>
                    <a:pt x="666455" y="0"/>
                  </a:lnTo>
                  <a:lnTo>
                    <a:pt x="666455" y="920980"/>
                  </a:lnTo>
                  <a:lnTo>
                    <a:pt x="0" y="9209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05" name="Google Shape;305;p12"/>
            <p:cNvSpPr/>
            <p:nvPr/>
          </p:nvSpPr>
          <p:spPr>
            <a:xfrm>
              <a:off x="11076270" y="3432575"/>
              <a:ext cx="549072" cy="822860"/>
            </a:xfrm>
            <a:custGeom>
              <a:avLst/>
              <a:gdLst/>
              <a:ahLst/>
              <a:cxnLst/>
              <a:rect l="l" t="t" r="r" b="b"/>
              <a:pathLst>
                <a:path w="549072" h="822860" extrusionOk="0">
                  <a:moveTo>
                    <a:pt x="0" y="0"/>
                  </a:moveTo>
                  <a:lnTo>
                    <a:pt x="549072" y="0"/>
                  </a:lnTo>
                  <a:lnTo>
                    <a:pt x="549072" y="822859"/>
                  </a:lnTo>
                  <a:lnTo>
                    <a:pt x="0" y="8228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06" name="Google Shape;306;p12"/>
            <p:cNvSpPr/>
            <p:nvPr/>
          </p:nvSpPr>
          <p:spPr>
            <a:xfrm>
              <a:off x="12425345" y="5085049"/>
              <a:ext cx="910609" cy="822860"/>
            </a:xfrm>
            <a:custGeom>
              <a:avLst/>
              <a:gdLst/>
              <a:ahLst/>
              <a:cxnLst/>
              <a:rect l="l" t="t" r="r" b="b"/>
              <a:pathLst>
                <a:path w="910609" h="822860" extrusionOk="0">
                  <a:moveTo>
                    <a:pt x="0" y="0"/>
                  </a:moveTo>
                  <a:lnTo>
                    <a:pt x="910609" y="0"/>
                  </a:lnTo>
                  <a:lnTo>
                    <a:pt x="910609" y="822859"/>
                  </a:lnTo>
                  <a:lnTo>
                    <a:pt x="0" y="8228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07" name="Google Shape;307;p12"/>
            <p:cNvSpPr/>
            <p:nvPr/>
          </p:nvSpPr>
          <p:spPr>
            <a:xfrm>
              <a:off x="12425345" y="49061"/>
              <a:ext cx="822860" cy="822860"/>
            </a:xfrm>
            <a:custGeom>
              <a:avLst/>
              <a:gdLst/>
              <a:ahLst/>
              <a:cxnLst/>
              <a:rect l="l" t="t" r="r" b="b"/>
              <a:pathLst>
                <a:path w="822860" h="822860" extrusionOk="0">
                  <a:moveTo>
                    <a:pt x="0" y="0"/>
                  </a:moveTo>
                  <a:lnTo>
                    <a:pt x="822859" y="0"/>
                  </a:lnTo>
                  <a:lnTo>
                    <a:pt x="822859" y="822859"/>
                  </a:lnTo>
                  <a:lnTo>
                    <a:pt x="0" y="8228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08" name="Google Shape;308;p12"/>
            <p:cNvSpPr/>
            <p:nvPr/>
          </p:nvSpPr>
          <p:spPr>
            <a:xfrm>
              <a:off x="10777241" y="57283"/>
              <a:ext cx="1125787" cy="691847"/>
            </a:xfrm>
            <a:custGeom>
              <a:avLst/>
              <a:gdLst/>
              <a:ahLst/>
              <a:cxnLst/>
              <a:rect l="l" t="t" r="r" b="b"/>
              <a:pathLst>
                <a:path w="1125787" h="691847" extrusionOk="0">
                  <a:moveTo>
                    <a:pt x="0" y="0"/>
                  </a:moveTo>
                  <a:lnTo>
                    <a:pt x="1125787" y="0"/>
                  </a:lnTo>
                  <a:lnTo>
                    <a:pt x="1125787" y="691848"/>
                  </a:lnTo>
                  <a:lnTo>
                    <a:pt x="0" y="6918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09" name="Google Shape;309;p12"/>
            <p:cNvSpPr/>
            <p:nvPr/>
          </p:nvSpPr>
          <p:spPr>
            <a:xfrm>
              <a:off x="12341537" y="1776120"/>
              <a:ext cx="920981" cy="920981"/>
            </a:xfrm>
            <a:custGeom>
              <a:avLst/>
              <a:gdLst/>
              <a:ahLst/>
              <a:cxnLst/>
              <a:rect l="l" t="t" r="r" b="b"/>
              <a:pathLst>
                <a:path w="920981" h="920981" extrusionOk="0">
                  <a:moveTo>
                    <a:pt x="0" y="0"/>
                  </a:moveTo>
                  <a:lnTo>
                    <a:pt x="920981" y="0"/>
                  </a:lnTo>
                  <a:lnTo>
                    <a:pt x="920981" y="920980"/>
                  </a:lnTo>
                  <a:lnTo>
                    <a:pt x="0" y="9209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10" name="Google Shape;310;p12"/>
            <p:cNvSpPr/>
            <p:nvPr/>
          </p:nvSpPr>
          <p:spPr>
            <a:xfrm>
              <a:off x="10984004" y="5105475"/>
              <a:ext cx="641337" cy="920981"/>
            </a:xfrm>
            <a:custGeom>
              <a:avLst/>
              <a:gdLst/>
              <a:ahLst/>
              <a:cxnLst/>
              <a:rect l="l" t="t" r="r" b="b"/>
              <a:pathLst>
                <a:path w="641337" h="920981" extrusionOk="0">
                  <a:moveTo>
                    <a:pt x="0" y="0"/>
                  </a:moveTo>
                  <a:lnTo>
                    <a:pt x="641338" y="0"/>
                  </a:lnTo>
                  <a:lnTo>
                    <a:pt x="641338" y="920981"/>
                  </a:lnTo>
                  <a:lnTo>
                    <a:pt x="0" y="92098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0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11" name="Google Shape;311;p12"/>
            <p:cNvSpPr/>
            <p:nvPr/>
          </p:nvSpPr>
          <p:spPr>
            <a:xfrm>
              <a:off x="6590713" y="9049"/>
              <a:ext cx="808788" cy="920981"/>
            </a:xfrm>
            <a:custGeom>
              <a:avLst/>
              <a:gdLst/>
              <a:ahLst/>
              <a:cxnLst/>
              <a:rect l="l" t="t" r="r" b="b"/>
              <a:pathLst>
                <a:path w="808788" h="920981" extrusionOk="0">
                  <a:moveTo>
                    <a:pt x="0" y="0"/>
                  </a:moveTo>
                  <a:lnTo>
                    <a:pt x="808789" y="0"/>
                  </a:lnTo>
                  <a:lnTo>
                    <a:pt x="808789" y="920980"/>
                  </a:lnTo>
                  <a:lnTo>
                    <a:pt x="0" y="9209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1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12" name="Google Shape;312;p12"/>
            <p:cNvSpPr/>
            <p:nvPr/>
          </p:nvSpPr>
          <p:spPr>
            <a:xfrm>
              <a:off x="9262525" y="176145"/>
              <a:ext cx="1067814" cy="634864"/>
            </a:xfrm>
            <a:custGeom>
              <a:avLst/>
              <a:gdLst/>
              <a:ahLst/>
              <a:cxnLst/>
              <a:rect l="l" t="t" r="r" b="b"/>
              <a:pathLst>
                <a:path w="1067814" h="634864" extrusionOk="0">
                  <a:moveTo>
                    <a:pt x="0" y="0"/>
                  </a:moveTo>
                  <a:lnTo>
                    <a:pt x="1067815" y="0"/>
                  </a:lnTo>
                  <a:lnTo>
                    <a:pt x="1067815" y="634864"/>
                  </a:lnTo>
                  <a:lnTo>
                    <a:pt x="0" y="63486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13" name="Google Shape;313;p12"/>
            <p:cNvSpPr/>
            <p:nvPr/>
          </p:nvSpPr>
          <p:spPr>
            <a:xfrm>
              <a:off x="1281036" y="58109"/>
              <a:ext cx="822860" cy="822860"/>
            </a:xfrm>
            <a:custGeom>
              <a:avLst/>
              <a:gdLst/>
              <a:ahLst/>
              <a:cxnLst/>
              <a:rect l="l" t="t" r="r" b="b"/>
              <a:pathLst>
                <a:path w="822860" h="822860" extrusionOk="0">
                  <a:moveTo>
                    <a:pt x="0" y="0"/>
                  </a:moveTo>
                  <a:lnTo>
                    <a:pt x="822859" y="0"/>
                  </a:lnTo>
                  <a:lnTo>
                    <a:pt x="822859" y="822860"/>
                  </a:lnTo>
                  <a:lnTo>
                    <a:pt x="0" y="82286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14" name="Google Shape;314;p12"/>
            <p:cNvSpPr/>
            <p:nvPr/>
          </p:nvSpPr>
          <p:spPr>
            <a:xfrm>
              <a:off x="6684" y="58109"/>
              <a:ext cx="822860" cy="822860"/>
            </a:xfrm>
            <a:custGeom>
              <a:avLst/>
              <a:gdLst/>
              <a:ahLst/>
              <a:cxnLst/>
              <a:rect l="l" t="t" r="r" b="b"/>
              <a:pathLst>
                <a:path w="822860" h="822860" extrusionOk="0">
                  <a:moveTo>
                    <a:pt x="0" y="0"/>
                  </a:moveTo>
                  <a:lnTo>
                    <a:pt x="822860" y="0"/>
                  </a:lnTo>
                  <a:lnTo>
                    <a:pt x="822860" y="822860"/>
                  </a:lnTo>
                  <a:lnTo>
                    <a:pt x="0" y="82286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15" name="Google Shape;315;p12"/>
            <p:cNvSpPr/>
            <p:nvPr/>
          </p:nvSpPr>
          <p:spPr>
            <a:xfrm>
              <a:off x="5186166" y="33707"/>
              <a:ext cx="913171" cy="871663"/>
            </a:xfrm>
            <a:custGeom>
              <a:avLst/>
              <a:gdLst/>
              <a:ahLst/>
              <a:cxnLst/>
              <a:rect l="l" t="t" r="r" b="b"/>
              <a:pathLst>
                <a:path w="913171" h="871663" extrusionOk="0">
                  <a:moveTo>
                    <a:pt x="0" y="0"/>
                  </a:moveTo>
                  <a:lnTo>
                    <a:pt x="913172" y="0"/>
                  </a:lnTo>
                  <a:lnTo>
                    <a:pt x="913172" y="871664"/>
                  </a:lnTo>
                  <a:lnTo>
                    <a:pt x="0" y="87166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5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16" name="Google Shape;316;p12"/>
            <p:cNvSpPr/>
            <p:nvPr/>
          </p:nvSpPr>
          <p:spPr>
            <a:xfrm>
              <a:off x="2573998" y="9049"/>
              <a:ext cx="914283" cy="920981"/>
            </a:xfrm>
            <a:custGeom>
              <a:avLst/>
              <a:gdLst/>
              <a:ahLst/>
              <a:cxnLst/>
              <a:rect l="l" t="t" r="r" b="b"/>
              <a:pathLst>
                <a:path w="914283" h="920981" extrusionOk="0">
                  <a:moveTo>
                    <a:pt x="0" y="0"/>
                  </a:moveTo>
                  <a:lnTo>
                    <a:pt x="914283" y="0"/>
                  </a:lnTo>
                  <a:lnTo>
                    <a:pt x="914283" y="920980"/>
                  </a:lnTo>
                  <a:lnTo>
                    <a:pt x="0" y="9209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6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17" name="Google Shape;317;p12"/>
            <p:cNvSpPr/>
            <p:nvPr/>
          </p:nvSpPr>
          <p:spPr>
            <a:xfrm>
              <a:off x="3949078" y="0"/>
              <a:ext cx="762624" cy="930029"/>
            </a:xfrm>
            <a:custGeom>
              <a:avLst/>
              <a:gdLst/>
              <a:ahLst/>
              <a:cxnLst/>
              <a:rect l="l" t="t" r="r" b="b"/>
              <a:pathLst>
                <a:path w="762624" h="930029" extrusionOk="0">
                  <a:moveTo>
                    <a:pt x="0" y="0"/>
                  </a:moveTo>
                  <a:lnTo>
                    <a:pt x="762624" y="0"/>
                  </a:lnTo>
                  <a:lnTo>
                    <a:pt x="762624" y="930029"/>
                  </a:lnTo>
                  <a:lnTo>
                    <a:pt x="0" y="93002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7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18" name="Google Shape;318;p12"/>
            <p:cNvSpPr/>
            <p:nvPr/>
          </p:nvSpPr>
          <p:spPr>
            <a:xfrm>
              <a:off x="7912536" y="58109"/>
              <a:ext cx="866185" cy="870935"/>
            </a:xfrm>
            <a:custGeom>
              <a:avLst/>
              <a:gdLst/>
              <a:ahLst/>
              <a:cxnLst/>
              <a:rect l="l" t="t" r="r" b="b"/>
              <a:pathLst>
                <a:path w="866185" h="870935" extrusionOk="0">
                  <a:moveTo>
                    <a:pt x="0" y="0"/>
                  </a:moveTo>
                  <a:lnTo>
                    <a:pt x="866185" y="0"/>
                  </a:lnTo>
                  <a:lnTo>
                    <a:pt x="866185" y="870935"/>
                  </a:lnTo>
                  <a:lnTo>
                    <a:pt x="0" y="87093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8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19" name="Google Shape;319;p12"/>
            <p:cNvSpPr/>
            <p:nvPr/>
          </p:nvSpPr>
          <p:spPr>
            <a:xfrm>
              <a:off x="7819952" y="1701607"/>
              <a:ext cx="743483" cy="920981"/>
            </a:xfrm>
            <a:custGeom>
              <a:avLst/>
              <a:gdLst/>
              <a:ahLst/>
              <a:cxnLst/>
              <a:rect l="l" t="t" r="r" b="b"/>
              <a:pathLst>
                <a:path w="743483" h="920981" extrusionOk="0">
                  <a:moveTo>
                    <a:pt x="0" y="0"/>
                  </a:moveTo>
                  <a:lnTo>
                    <a:pt x="743482" y="0"/>
                  </a:lnTo>
                  <a:lnTo>
                    <a:pt x="743482" y="920980"/>
                  </a:lnTo>
                  <a:lnTo>
                    <a:pt x="0" y="9209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9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20" name="Google Shape;320;p12"/>
            <p:cNvSpPr/>
            <p:nvPr/>
          </p:nvSpPr>
          <p:spPr>
            <a:xfrm>
              <a:off x="6217897" y="1701607"/>
              <a:ext cx="1001066" cy="920981"/>
            </a:xfrm>
            <a:custGeom>
              <a:avLst/>
              <a:gdLst/>
              <a:ahLst/>
              <a:cxnLst/>
              <a:rect l="l" t="t" r="r" b="b"/>
              <a:pathLst>
                <a:path w="1001066" h="920981" extrusionOk="0">
                  <a:moveTo>
                    <a:pt x="0" y="0"/>
                  </a:moveTo>
                  <a:lnTo>
                    <a:pt x="1001066" y="0"/>
                  </a:lnTo>
                  <a:lnTo>
                    <a:pt x="1001066" y="920980"/>
                  </a:lnTo>
                  <a:lnTo>
                    <a:pt x="0" y="9209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0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21" name="Google Shape;321;p12"/>
            <p:cNvSpPr/>
            <p:nvPr/>
          </p:nvSpPr>
          <p:spPr>
            <a:xfrm>
              <a:off x="9226252" y="1910463"/>
              <a:ext cx="1052480" cy="604698"/>
            </a:xfrm>
            <a:custGeom>
              <a:avLst/>
              <a:gdLst/>
              <a:ahLst/>
              <a:cxnLst/>
              <a:rect l="l" t="t" r="r" b="b"/>
              <a:pathLst>
                <a:path w="1052480" h="604698" extrusionOk="0">
                  <a:moveTo>
                    <a:pt x="0" y="0"/>
                  </a:moveTo>
                  <a:lnTo>
                    <a:pt x="1052481" y="0"/>
                  </a:lnTo>
                  <a:lnTo>
                    <a:pt x="1052481" y="604698"/>
                  </a:lnTo>
                  <a:lnTo>
                    <a:pt x="0" y="60469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1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22" name="Google Shape;322;p12"/>
            <p:cNvSpPr/>
            <p:nvPr/>
          </p:nvSpPr>
          <p:spPr>
            <a:xfrm>
              <a:off x="3194195" y="1701607"/>
              <a:ext cx="920981" cy="920981"/>
            </a:xfrm>
            <a:custGeom>
              <a:avLst/>
              <a:gdLst/>
              <a:ahLst/>
              <a:cxnLst/>
              <a:rect l="l" t="t" r="r" b="b"/>
              <a:pathLst>
                <a:path w="920981" h="920981" extrusionOk="0">
                  <a:moveTo>
                    <a:pt x="0" y="0"/>
                  </a:moveTo>
                  <a:lnTo>
                    <a:pt x="920980" y="0"/>
                  </a:lnTo>
                  <a:lnTo>
                    <a:pt x="920980" y="920980"/>
                  </a:lnTo>
                  <a:lnTo>
                    <a:pt x="0" y="9209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23" name="Google Shape;323;p12"/>
            <p:cNvSpPr/>
            <p:nvPr/>
          </p:nvSpPr>
          <p:spPr>
            <a:xfrm>
              <a:off x="6684" y="1701607"/>
              <a:ext cx="1070908" cy="920981"/>
            </a:xfrm>
            <a:custGeom>
              <a:avLst/>
              <a:gdLst/>
              <a:ahLst/>
              <a:cxnLst/>
              <a:rect l="l" t="t" r="r" b="b"/>
              <a:pathLst>
                <a:path w="1070908" h="920981" extrusionOk="0">
                  <a:moveTo>
                    <a:pt x="0" y="0"/>
                  </a:moveTo>
                  <a:lnTo>
                    <a:pt x="1070908" y="0"/>
                  </a:lnTo>
                  <a:lnTo>
                    <a:pt x="1070908" y="920980"/>
                  </a:lnTo>
                  <a:lnTo>
                    <a:pt x="0" y="9209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24" name="Google Shape;324;p12"/>
            <p:cNvSpPr/>
            <p:nvPr/>
          </p:nvSpPr>
          <p:spPr>
            <a:xfrm>
              <a:off x="4607290" y="1701607"/>
              <a:ext cx="919306" cy="920981"/>
            </a:xfrm>
            <a:custGeom>
              <a:avLst/>
              <a:gdLst/>
              <a:ahLst/>
              <a:cxnLst/>
              <a:rect l="l" t="t" r="r" b="b"/>
              <a:pathLst>
                <a:path w="919306" h="920981" extrusionOk="0">
                  <a:moveTo>
                    <a:pt x="0" y="0"/>
                  </a:moveTo>
                  <a:lnTo>
                    <a:pt x="919306" y="0"/>
                  </a:lnTo>
                  <a:lnTo>
                    <a:pt x="919306" y="920980"/>
                  </a:lnTo>
                  <a:lnTo>
                    <a:pt x="0" y="9209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25" name="Google Shape;325;p12"/>
            <p:cNvSpPr/>
            <p:nvPr/>
          </p:nvSpPr>
          <p:spPr>
            <a:xfrm>
              <a:off x="1675403" y="1701607"/>
              <a:ext cx="920981" cy="920981"/>
            </a:xfrm>
            <a:custGeom>
              <a:avLst/>
              <a:gdLst/>
              <a:ahLst/>
              <a:cxnLst/>
              <a:rect l="l" t="t" r="r" b="b"/>
              <a:pathLst>
                <a:path w="920981" h="920981" extrusionOk="0">
                  <a:moveTo>
                    <a:pt x="0" y="0"/>
                  </a:moveTo>
                  <a:lnTo>
                    <a:pt x="920981" y="0"/>
                  </a:lnTo>
                  <a:lnTo>
                    <a:pt x="920981" y="920980"/>
                  </a:lnTo>
                  <a:lnTo>
                    <a:pt x="0" y="9209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5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26" name="Google Shape;326;p12"/>
            <p:cNvSpPr/>
            <p:nvPr/>
          </p:nvSpPr>
          <p:spPr>
            <a:xfrm>
              <a:off x="6718038" y="3419482"/>
              <a:ext cx="1009347" cy="796467"/>
            </a:xfrm>
            <a:custGeom>
              <a:avLst/>
              <a:gdLst/>
              <a:ahLst/>
              <a:cxnLst/>
              <a:rect l="l" t="t" r="r" b="b"/>
              <a:pathLst>
                <a:path w="1009347" h="796467" extrusionOk="0">
                  <a:moveTo>
                    <a:pt x="0" y="0"/>
                  </a:moveTo>
                  <a:lnTo>
                    <a:pt x="1009347" y="0"/>
                  </a:lnTo>
                  <a:lnTo>
                    <a:pt x="1009347" y="796467"/>
                  </a:lnTo>
                  <a:lnTo>
                    <a:pt x="0" y="79646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6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27" name="Google Shape;327;p12"/>
            <p:cNvSpPr/>
            <p:nvPr/>
          </p:nvSpPr>
          <p:spPr>
            <a:xfrm>
              <a:off x="5170987" y="3456913"/>
              <a:ext cx="1040955" cy="626466"/>
            </a:xfrm>
            <a:custGeom>
              <a:avLst/>
              <a:gdLst/>
              <a:ahLst/>
              <a:cxnLst/>
              <a:rect l="l" t="t" r="r" b="b"/>
              <a:pathLst>
                <a:path w="1040955" h="626466" extrusionOk="0">
                  <a:moveTo>
                    <a:pt x="0" y="0"/>
                  </a:moveTo>
                  <a:lnTo>
                    <a:pt x="1040955" y="0"/>
                  </a:lnTo>
                  <a:lnTo>
                    <a:pt x="1040955" y="626466"/>
                  </a:lnTo>
                  <a:lnTo>
                    <a:pt x="0" y="6264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7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28" name="Google Shape;328;p12"/>
            <p:cNvSpPr/>
            <p:nvPr/>
          </p:nvSpPr>
          <p:spPr>
            <a:xfrm>
              <a:off x="2720093" y="3361217"/>
              <a:ext cx="856557" cy="912997"/>
            </a:xfrm>
            <a:custGeom>
              <a:avLst/>
              <a:gdLst/>
              <a:ahLst/>
              <a:cxnLst/>
              <a:rect l="l" t="t" r="r" b="b"/>
              <a:pathLst>
                <a:path w="856557" h="912997" extrusionOk="0">
                  <a:moveTo>
                    <a:pt x="0" y="0"/>
                  </a:moveTo>
                  <a:lnTo>
                    <a:pt x="856557" y="0"/>
                  </a:lnTo>
                  <a:lnTo>
                    <a:pt x="856557" y="912997"/>
                  </a:lnTo>
                  <a:lnTo>
                    <a:pt x="0" y="91299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8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29" name="Google Shape;329;p12"/>
            <p:cNvSpPr/>
            <p:nvPr/>
          </p:nvSpPr>
          <p:spPr>
            <a:xfrm>
              <a:off x="4082746" y="3371912"/>
              <a:ext cx="582145" cy="796467"/>
            </a:xfrm>
            <a:custGeom>
              <a:avLst/>
              <a:gdLst/>
              <a:ahLst/>
              <a:cxnLst/>
              <a:rect l="l" t="t" r="r" b="b"/>
              <a:pathLst>
                <a:path w="582145" h="796467" extrusionOk="0">
                  <a:moveTo>
                    <a:pt x="0" y="0"/>
                  </a:moveTo>
                  <a:lnTo>
                    <a:pt x="582145" y="0"/>
                  </a:lnTo>
                  <a:lnTo>
                    <a:pt x="582145" y="796467"/>
                  </a:lnTo>
                  <a:lnTo>
                    <a:pt x="0" y="79646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9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30" name="Google Shape;330;p12"/>
            <p:cNvSpPr/>
            <p:nvPr/>
          </p:nvSpPr>
          <p:spPr>
            <a:xfrm>
              <a:off x="1545732" y="3361217"/>
              <a:ext cx="665658" cy="912997"/>
            </a:xfrm>
            <a:custGeom>
              <a:avLst/>
              <a:gdLst/>
              <a:ahLst/>
              <a:cxnLst/>
              <a:rect l="l" t="t" r="r" b="b"/>
              <a:pathLst>
                <a:path w="665658" h="912997" extrusionOk="0">
                  <a:moveTo>
                    <a:pt x="0" y="0"/>
                  </a:moveTo>
                  <a:lnTo>
                    <a:pt x="665658" y="0"/>
                  </a:lnTo>
                  <a:lnTo>
                    <a:pt x="665658" y="912997"/>
                  </a:lnTo>
                  <a:lnTo>
                    <a:pt x="0" y="91299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0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31" name="Google Shape;331;p12"/>
            <p:cNvSpPr/>
            <p:nvPr/>
          </p:nvSpPr>
          <p:spPr>
            <a:xfrm>
              <a:off x="9541258" y="3419482"/>
              <a:ext cx="796467" cy="796467"/>
            </a:xfrm>
            <a:custGeom>
              <a:avLst/>
              <a:gdLst/>
              <a:ahLst/>
              <a:cxnLst/>
              <a:rect l="l" t="t" r="r" b="b"/>
              <a:pathLst>
                <a:path w="796467" h="796467" extrusionOk="0">
                  <a:moveTo>
                    <a:pt x="0" y="0"/>
                  </a:moveTo>
                  <a:lnTo>
                    <a:pt x="796467" y="0"/>
                  </a:lnTo>
                  <a:lnTo>
                    <a:pt x="796467" y="796467"/>
                  </a:lnTo>
                  <a:lnTo>
                    <a:pt x="0" y="79646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1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32" name="Google Shape;332;p12"/>
            <p:cNvSpPr/>
            <p:nvPr/>
          </p:nvSpPr>
          <p:spPr>
            <a:xfrm>
              <a:off x="8237392" y="3419482"/>
              <a:ext cx="796467" cy="796467"/>
            </a:xfrm>
            <a:custGeom>
              <a:avLst/>
              <a:gdLst/>
              <a:ahLst/>
              <a:cxnLst/>
              <a:rect l="l" t="t" r="r" b="b"/>
              <a:pathLst>
                <a:path w="796467" h="796467" extrusionOk="0">
                  <a:moveTo>
                    <a:pt x="0" y="0"/>
                  </a:moveTo>
                  <a:lnTo>
                    <a:pt x="796467" y="0"/>
                  </a:lnTo>
                  <a:lnTo>
                    <a:pt x="796467" y="796467"/>
                  </a:lnTo>
                  <a:lnTo>
                    <a:pt x="0" y="79646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33" name="Google Shape;333;p12"/>
            <p:cNvSpPr/>
            <p:nvPr/>
          </p:nvSpPr>
          <p:spPr>
            <a:xfrm>
              <a:off x="6684" y="3309656"/>
              <a:ext cx="1031648" cy="920981"/>
            </a:xfrm>
            <a:custGeom>
              <a:avLst/>
              <a:gdLst/>
              <a:ahLst/>
              <a:cxnLst/>
              <a:rect l="l" t="t" r="r" b="b"/>
              <a:pathLst>
                <a:path w="1031648" h="920981" extrusionOk="0">
                  <a:moveTo>
                    <a:pt x="0" y="0"/>
                  </a:moveTo>
                  <a:lnTo>
                    <a:pt x="1031649" y="0"/>
                  </a:lnTo>
                  <a:lnTo>
                    <a:pt x="1031649" y="920980"/>
                  </a:lnTo>
                  <a:lnTo>
                    <a:pt x="0" y="9209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34" name="Google Shape;334;p12"/>
            <p:cNvSpPr/>
            <p:nvPr/>
          </p:nvSpPr>
          <p:spPr>
            <a:xfrm>
              <a:off x="9345421" y="5124884"/>
              <a:ext cx="788465" cy="901571"/>
            </a:xfrm>
            <a:custGeom>
              <a:avLst/>
              <a:gdLst/>
              <a:ahLst/>
              <a:cxnLst/>
              <a:rect l="l" t="t" r="r" b="b"/>
              <a:pathLst>
                <a:path w="788465" h="901571" extrusionOk="0">
                  <a:moveTo>
                    <a:pt x="0" y="0"/>
                  </a:moveTo>
                  <a:lnTo>
                    <a:pt x="788465" y="0"/>
                  </a:lnTo>
                  <a:lnTo>
                    <a:pt x="788465" y="901572"/>
                  </a:lnTo>
                  <a:lnTo>
                    <a:pt x="0" y="9015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35" name="Google Shape;335;p12"/>
            <p:cNvSpPr/>
            <p:nvPr/>
          </p:nvSpPr>
          <p:spPr>
            <a:xfrm>
              <a:off x="7784637" y="5243432"/>
              <a:ext cx="949252" cy="664476"/>
            </a:xfrm>
            <a:custGeom>
              <a:avLst/>
              <a:gdLst/>
              <a:ahLst/>
              <a:cxnLst/>
              <a:rect l="l" t="t" r="r" b="b"/>
              <a:pathLst>
                <a:path w="949252" h="664476" extrusionOk="0">
                  <a:moveTo>
                    <a:pt x="0" y="0"/>
                  </a:moveTo>
                  <a:lnTo>
                    <a:pt x="949251" y="0"/>
                  </a:lnTo>
                  <a:lnTo>
                    <a:pt x="949251" y="664476"/>
                  </a:lnTo>
                  <a:lnTo>
                    <a:pt x="0" y="66447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5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36" name="Google Shape;336;p12"/>
            <p:cNvSpPr/>
            <p:nvPr/>
          </p:nvSpPr>
          <p:spPr>
            <a:xfrm>
              <a:off x="6352633" y="5243432"/>
              <a:ext cx="812137" cy="664476"/>
            </a:xfrm>
            <a:custGeom>
              <a:avLst/>
              <a:gdLst/>
              <a:ahLst/>
              <a:cxnLst/>
              <a:rect l="l" t="t" r="r" b="b"/>
              <a:pathLst>
                <a:path w="812137" h="664476" extrusionOk="0">
                  <a:moveTo>
                    <a:pt x="0" y="0"/>
                  </a:moveTo>
                  <a:lnTo>
                    <a:pt x="812138" y="0"/>
                  </a:lnTo>
                  <a:lnTo>
                    <a:pt x="812138" y="664476"/>
                  </a:lnTo>
                  <a:lnTo>
                    <a:pt x="0" y="66447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6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37" name="Google Shape;337;p12"/>
            <p:cNvSpPr/>
            <p:nvPr/>
          </p:nvSpPr>
          <p:spPr>
            <a:xfrm>
              <a:off x="4011028" y="5124884"/>
              <a:ext cx="454064" cy="901571"/>
            </a:xfrm>
            <a:custGeom>
              <a:avLst/>
              <a:gdLst/>
              <a:ahLst/>
              <a:cxnLst/>
              <a:rect l="l" t="t" r="r" b="b"/>
              <a:pathLst>
                <a:path w="454064" h="901571" extrusionOk="0">
                  <a:moveTo>
                    <a:pt x="0" y="0"/>
                  </a:moveTo>
                  <a:lnTo>
                    <a:pt x="454064" y="0"/>
                  </a:lnTo>
                  <a:lnTo>
                    <a:pt x="454064" y="901572"/>
                  </a:lnTo>
                  <a:lnTo>
                    <a:pt x="0" y="9015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7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38" name="Google Shape;338;p12"/>
            <p:cNvSpPr/>
            <p:nvPr/>
          </p:nvSpPr>
          <p:spPr>
            <a:xfrm>
              <a:off x="5076625" y="5243432"/>
              <a:ext cx="664476" cy="664476"/>
            </a:xfrm>
            <a:custGeom>
              <a:avLst/>
              <a:gdLst/>
              <a:ahLst/>
              <a:cxnLst/>
              <a:rect l="l" t="t" r="r" b="b"/>
              <a:pathLst>
                <a:path w="664476" h="664476" extrusionOk="0">
                  <a:moveTo>
                    <a:pt x="0" y="0"/>
                  </a:moveTo>
                  <a:lnTo>
                    <a:pt x="664476" y="0"/>
                  </a:lnTo>
                  <a:lnTo>
                    <a:pt x="664476" y="664476"/>
                  </a:lnTo>
                  <a:lnTo>
                    <a:pt x="0" y="66447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8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39" name="Google Shape;339;p12"/>
            <p:cNvSpPr/>
            <p:nvPr/>
          </p:nvSpPr>
          <p:spPr>
            <a:xfrm>
              <a:off x="0" y="5043901"/>
              <a:ext cx="572377" cy="1063538"/>
            </a:xfrm>
            <a:custGeom>
              <a:avLst/>
              <a:gdLst/>
              <a:ahLst/>
              <a:cxnLst/>
              <a:rect l="l" t="t" r="r" b="b"/>
              <a:pathLst>
                <a:path w="572377" h="1063538" extrusionOk="0">
                  <a:moveTo>
                    <a:pt x="0" y="0"/>
                  </a:moveTo>
                  <a:lnTo>
                    <a:pt x="572377" y="0"/>
                  </a:lnTo>
                  <a:lnTo>
                    <a:pt x="572377" y="1063538"/>
                  </a:lnTo>
                  <a:lnTo>
                    <a:pt x="0" y="106353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9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40" name="Google Shape;340;p12"/>
            <p:cNvSpPr/>
            <p:nvPr/>
          </p:nvSpPr>
          <p:spPr>
            <a:xfrm>
              <a:off x="1185576" y="5043901"/>
              <a:ext cx="823758" cy="1063538"/>
            </a:xfrm>
            <a:custGeom>
              <a:avLst/>
              <a:gdLst/>
              <a:ahLst/>
              <a:cxnLst/>
              <a:rect l="l" t="t" r="r" b="b"/>
              <a:pathLst>
                <a:path w="823758" h="1063538" extrusionOk="0">
                  <a:moveTo>
                    <a:pt x="0" y="0"/>
                  </a:moveTo>
                  <a:lnTo>
                    <a:pt x="823758" y="0"/>
                  </a:lnTo>
                  <a:lnTo>
                    <a:pt x="823758" y="1063538"/>
                  </a:lnTo>
                  <a:lnTo>
                    <a:pt x="0" y="106353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0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41" name="Google Shape;341;p12"/>
            <p:cNvSpPr/>
            <p:nvPr/>
          </p:nvSpPr>
          <p:spPr>
            <a:xfrm>
              <a:off x="2620866" y="5124884"/>
              <a:ext cx="778630" cy="901571"/>
            </a:xfrm>
            <a:custGeom>
              <a:avLst/>
              <a:gdLst/>
              <a:ahLst/>
              <a:cxnLst/>
              <a:rect l="l" t="t" r="r" b="b"/>
              <a:pathLst>
                <a:path w="778630" h="901571" extrusionOk="0">
                  <a:moveTo>
                    <a:pt x="0" y="0"/>
                  </a:moveTo>
                  <a:lnTo>
                    <a:pt x="778630" y="0"/>
                  </a:lnTo>
                  <a:lnTo>
                    <a:pt x="778630" y="901572"/>
                  </a:lnTo>
                  <a:lnTo>
                    <a:pt x="0" y="9015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1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  <p:grpSp>
        <p:nvGrpSpPr>
          <p:cNvPr id="342" name="Google Shape;342;p12"/>
          <p:cNvGrpSpPr/>
          <p:nvPr/>
        </p:nvGrpSpPr>
        <p:grpSpPr>
          <a:xfrm>
            <a:off x="2950706" y="8178152"/>
            <a:ext cx="723946" cy="740913"/>
            <a:chOff x="0" y="-19050"/>
            <a:chExt cx="812800" cy="831850"/>
          </a:xfrm>
        </p:grpSpPr>
        <p:sp>
          <p:nvSpPr>
            <p:cNvPr id="343" name="Google Shape;343;p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BC25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12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5" name="Google Shape;345;p12"/>
          <p:cNvGrpSpPr/>
          <p:nvPr/>
        </p:nvGrpSpPr>
        <p:grpSpPr>
          <a:xfrm>
            <a:off x="3848366" y="8178152"/>
            <a:ext cx="723946" cy="740913"/>
            <a:chOff x="0" y="-19050"/>
            <a:chExt cx="812800" cy="831850"/>
          </a:xfrm>
        </p:grpSpPr>
        <p:sp>
          <p:nvSpPr>
            <p:cNvPr id="346" name="Google Shape;346;p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1294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12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8" name="Google Shape;348;p12"/>
          <p:cNvGrpSpPr/>
          <p:nvPr/>
        </p:nvGrpSpPr>
        <p:grpSpPr>
          <a:xfrm>
            <a:off x="4746027" y="8178152"/>
            <a:ext cx="723946" cy="740913"/>
            <a:chOff x="0" y="-19050"/>
            <a:chExt cx="812800" cy="831850"/>
          </a:xfrm>
        </p:grpSpPr>
        <p:sp>
          <p:nvSpPr>
            <p:cNvPr id="349" name="Google Shape;349;p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76C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2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1" name="Google Shape;351;p12"/>
          <p:cNvSpPr txBox="1"/>
          <p:nvPr/>
        </p:nvSpPr>
        <p:spPr>
          <a:xfrm>
            <a:off x="2053045" y="9056611"/>
            <a:ext cx="723946" cy="135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9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#F66C3C</a:t>
            </a:r>
            <a:endParaRPr/>
          </a:p>
        </p:txBody>
      </p:sp>
      <p:sp>
        <p:nvSpPr>
          <p:cNvPr id="352" name="Google Shape;352;p12"/>
          <p:cNvSpPr txBox="1"/>
          <p:nvPr/>
        </p:nvSpPr>
        <p:spPr>
          <a:xfrm>
            <a:off x="2950706" y="9056611"/>
            <a:ext cx="723946" cy="135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9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#BC2573</a:t>
            </a:r>
            <a:endParaRPr/>
          </a:p>
        </p:txBody>
      </p:sp>
      <p:sp>
        <p:nvSpPr>
          <p:cNvPr id="353" name="Google Shape;353;p12"/>
          <p:cNvSpPr txBox="1"/>
          <p:nvPr/>
        </p:nvSpPr>
        <p:spPr>
          <a:xfrm>
            <a:off x="3848366" y="9056611"/>
            <a:ext cx="723946" cy="135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9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#12948A</a:t>
            </a:r>
            <a:endParaRPr/>
          </a:p>
        </p:txBody>
      </p:sp>
      <p:sp>
        <p:nvSpPr>
          <p:cNvPr id="354" name="Google Shape;354;p12"/>
          <p:cNvSpPr txBox="1"/>
          <p:nvPr/>
        </p:nvSpPr>
        <p:spPr>
          <a:xfrm>
            <a:off x="4743762" y="9056611"/>
            <a:ext cx="723946" cy="135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9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#76C045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3"/>
          <p:cNvSpPr txBox="1"/>
          <p:nvPr/>
        </p:nvSpPr>
        <p:spPr>
          <a:xfrm>
            <a:off x="3377480" y="2605456"/>
            <a:ext cx="11533039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2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presentation template is free for everyone to use thanks to the following:</a:t>
            </a:r>
            <a:endParaRPr/>
          </a:p>
        </p:txBody>
      </p:sp>
      <p:sp>
        <p:nvSpPr>
          <p:cNvPr id="360" name="Google Shape;360;p13"/>
          <p:cNvSpPr txBox="1"/>
          <p:nvPr/>
        </p:nvSpPr>
        <p:spPr>
          <a:xfrm>
            <a:off x="7108732" y="8257423"/>
            <a:ext cx="4070535" cy="42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2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Happy designing!</a:t>
            </a:r>
            <a:endParaRPr/>
          </a:p>
        </p:txBody>
      </p:sp>
      <p:sp>
        <p:nvSpPr>
          <p:cNvPr id="361" name="Google Shape;361;p13"/>
          <p:cNvSpPr txBox="1"/>
          <p:nvPr/>
        </p:nvSpPr>
        <p:spPr>
          <a:xfrm>
            <a:off x="4210005" y="5279512"/>
            <a:ext cx="9867990" cy="309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the presentation template</a:t>
            </a:r>
            <a:endParaRPr/>
          </a:p>
        </p:txBody>
      </p:sp>
      <p:sp>
        <p:nvSpPr>
          <p:cNvPr id="362" name="Google Shape;362;p13"/>
          <p:cNvSpPr txBox="1"/>
          <p:nvPr/>
        </p:nvSpPr>
        <p:spPr>
          <a:xfrm>
            <a:off x="4210005" y="7014728"/>
            <a:ext cx="9867990" cy="309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the photos</a:t>
            </a:r>
            <a:endParaRPr/>
          </a:p>
        </p:txBody>
      </p:sp>
      <p:sp>
        <p:nvSpPr>
          <p:cNvPr id="363" name="Google Shape;363;p13"/>
          <p:cNvSpPr txBox="1"/>
          <p:nvPr/>
        </p:nvSpPr>
        <p:spPr>
          <a:xfrm>
            <a:off x="5469973" y="1703314"/>
            <a:ext cx="7348055" cy="773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06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CREDITS</a:t>
            </a:r>
            <a:endParaRPr/>
          </a:p>
        </p:txBody>
      </p:sp>
      <p:sp>
        <p:nvSpPr>
          <p:cNvPr id="364" name="Google Shape;364;p13"/>
          <p:cNvSpPr txBox="1"/>
          <p:nvPr/>
        </p:nvSpPr>
        <p:spPr>
          <a:xfrm>
            <a:off x="6110027" y="6282261"/>
            <a:ext cx="6067945" cy="618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1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Pexels, Pixabay</a:t>
            </a:r>
            <a:endParaRPr/>
          </a:p>
        </p:txBody>
      </p:sp>
      <p:pic>
        <p:nvPicPr>
          <p:cNvPr id="365" name="Google Shape;36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1800" y="3872846"/>
            <a:ext cx="4824400" cy="120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357</Words>
  <Application>Microsoft Office PowerPoint</Application>
  <PresentationFormat>Custom</PresentationFormat>
  <Paragraphs>81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Rentla.in</cp:lastModifiedBy>
  <cp:revision>5</cp:revision>
  <dcterms:modified xsi:type="dcterms:W3CDTF">2025-06-23T14:59:03Z</dcterms:modified>
</cp:coreProperties>
</file>